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1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notesSlides/notesSlide2.xml" ContentType="application/vnd.openxmlformats-officedocument.presentationml.notesSlide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notesMasterIdLst>
    <p:notesMasterId r:id="rId38"/>
  </p:notesMasterIdLst>
  <p:handoutMasterIdLst>
    <p:handoutMasterId r:id="rId39"/>
  </p:handoutMasterIdLst>
  <p:sldIdLst>
    <p:sldId id="258" r:id="rId2"/>
    <p:sldId id="260" r:id="rId3"/>
    <p:sldId id="275" r:id="rId4"/>
    <p:sldId id="276" r:id="rId5"/>
    <p:sldId id="264" r:id="rId6"/>
    <p:sldId id="266" r:id="rId7"/>
    <p:sldId id="267" r:id="rId8"/>
    <p:sldId id="268" r:id="rId9"/>
    <p:sldId id="308" r:id="rId10"/>
    <p:sldId id="306" r:id="rId11"/>
    <p:sldId id="307" r:id="rId12"/>
    <p:sldId id="309" r:id="rId13"/>
    <p:sldId id="310" r:id="rId14"/>
    <p:sldId id="311" r:id="rId15"/>
    <p:sldId id="271" r:id="rId16"/>
    <p:sldId id="273" r:id="rId17"/>
    <p:sldId id="287" r:id="rId18"/>
    <p:sldId id="289" r:id="rId19"/>
    <p:sldId id="290" r:id="rId20"/>
    <p:sldId id="291" r:id="rId21"/>
    <p:sldId id="293" r:id="rId22"/>
    <p:sldId id="299" r:id="rId23"/>
    <p:sldId id="294" r:id="rId24"/>
    <p:sldId id="300" r:id="rId25"/>
    <p:sldId id="295" r:id="rId26"/>
    <p:sldId id="301" r:id="rId27"/>
    <p:sldId id="296" r:id="rId28"/>
    <p:sldId id="302" r:id="rId29"/>
    <p:sldId id="278" r:id="rId30"/>
    <p:sldId id="280" r:id="rId31"/>
    <p:sldId id="281" r:id="rId32"/>
    <p:sldId id="282" r:id="rId33"/>
    <p:sldId id="284" r:id="rId34"/>
    <p:sldId id="286" r:id="rId35"/>
    <p:sldId id="303" r:id="rId36"/>
    <p:sldId id="305" r:id="rId37"/>
  </p:sldIdLst>
  <p:sldSz cx="12192000" cy="6858000"/>
  <p:notesSz cx="7104063" cy="10234613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7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98" d="100"/>
          <a:sy n="98" d="100"/>
        </p:scale>
        <p:origin x="1158" y="84"/>
      </p:cViewPr>
      <p:guideLst>
        <p:guide orient="horz" pos="2170"/>
        <p:guide pos="37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031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image" Target="../media/image8.png"/><Relationship Id="rId3" Type="http://schemas.openxmlformats.org/officeDocument/2006/relationships/tags" Target="../tags/tag10.xml"/><Relationship Id="rId21" Type="http://schemas.openxmlformats.org/officeDocument/2006/relationships/image" Target="../media/image3.png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image" Target="../media/image7.png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slideMaster" Target="../slideMasters/slideMaster1.xml"/><Relationship Id="rId29" Type="http://schemas.openxmlformats.org/officeDocument/2006/relationships/image" Target="../media/image11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image" Target="../media/image6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image" Target="../media/image5.png"/><Relationship Id="rId28" Type="http://schemas.openxmlformats.org/officeDocument/2006/relationships/image" Target="../media/image10.png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image" Target="../media/image13.png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image" Target="../media/image4.png"/><Relationship Id="rId27" Type="http://schemas.openxmlformats.org/officeDocument/2006/relationships/image" Target="../media/image9.png"/><Relationship Id="rId30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image" Target="../media/image8.png"/><Relationship Id="rId3" Type="http://schemas.openxmlformats.org/officeDocument/2006/relationships/tags" Target="../tags/tag39.xml"/><Relationship Id="rId21" Type="http://schemas.openxmlformats.org/officeDocument/2006/relationships/image" Target="../media/image3.pn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image" Target="../media/image7.png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slideMaster" Target="../slideMasters/slideMaster1.xml"/><Relationship Id="rId29" Type="http://schemas.openxmlformats.org/officeDocument/2006/relationships/image" Target="../media/image11.pn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image" Target="../media/image6.png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image" Target="../media/image5.png"/><Relationship Id="rId28" Type="http://schemas.openxmlformats.org/officeDocument/2006/relationships/image" Target="../media/image10.png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31" Type="http://schemas.openxmlformats.org/officeDocument/2006/relationships/image" Target="../media/image13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image" Target="../media/image4.png"/><Relationship Id="rId27" Type="http://schemas.openxmlformats.org/officeDocument/2006/relationships/image" Target="../media/image9.png"/><Relationship Id="rId30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9" Type="http://schemas.openxmlformats.org/officeDocument/2006/relationships/image" Target="../media/image15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15.png"/><Relationship Id="rId5" Type="http://schemas.openxmlformats.org/officeDocument/2006/relationships/tags" Target="../tags/tag66.xml"/><Relationship Id="rId10" Type="http://schemas.openxmlformats.org/officeDocument/2006/relationships/image" Target="../media/image14.png"/><Relationship Id="rId4" Type="http://schemas.openxmlformats.org/officeDocument/2006/relationships/tags" Target="../tags/tag65.xml"/><Relationship Id="rId9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15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14.png"/><Relationship Id="rId5" Type="http://schemas.openxmlformats.org/officeDocument/2006/relationships/tags" Target="../tags/tag7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image" Target="../media/image14.png"/><Relationship Id="rId5" Type="http://schemas.openxmlformats.org/officeDocument/2006/relationships/tags" Target="../tags/tag8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15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4.png"/><Relationship Id="rId5" Type="http://schemas.openxmlformats.org/officeDocument/2006/relationships/tags" Target="../tags/tag9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image" Target="../media/image14.png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image" Target="../media/image15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image" Target="../media/image15.png"/><Relationship Id="rId5" Type="http://schemas.openxmlformats.org/officeDocument/2006/relationships/tags" Target="../tags/tag112.xml"/><Relationship Id="rId10" Type="http://schemas.openxmlformats.org/officeDocument/2006/relationships/image" Target="../media/image14.png"/><Relationship Id="rId4" Type="http://schemas.openxmlformats.org/officeDocument/2006/relationships/tags" Target="../tags/tag111.xml"/><Relationship Id="rId9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26" Type="http://schemas.openxmlformats.org/officeDocument/2006/relationships/image" Target="../media/image8.png"/><Relationship Id="rId3" Type="http://schemas.openxmlformats.org/officeDocument/2006/relationships/tags" Target="../tags/tag118.xml"/><Relationship Id="rId21" Type="http://schemas.openxmlformats.org/officeDocument/2006/relationships/image" Target="../media/image3.png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5" Type="http://schemas.openxmlformats.org/officeDocument/2006/relationships/image" Target="../media/image7.png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0" Type="http://schemas.openxmlformats.org/officeDocument/2006/relationships/slideMaster" Target="../slideMasters/slideMaster1.xml"/><Relationship Id="rId29" Type="http://schemas.openxmlformats.org/officeDocument/2006/relationships/image" Target="../media/image11.png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24" Type="http://schemas.openxmlformats.org/officeDocument/2006/relationships/image" Target="../media/image6.png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23" Type="http://schemas.openxmlformats.org/officeDocument/2006/relationships/image" Target="../media/image5.png"/><Relationship Id="rId28" Type="http://schemas.openxmlformats.org/officeDocument/2006/relationships/image" Target="../media/image10.png"/><Relationship Id="rId10" Type="http://schemas.openxmlformats.org/officeDocument/2006/relationships/tags" Target="../tags/tag125.xml"/><Relationship Id="rId19" Type="http://schemas.openxmlformats.org/officeDocument/2006/relationships/tags" Target="../tags/tag134.xml"/><Relationship Id="rId31" Type="http://schemas.openxmlformats.org/officeDocument/2006/relationships/image" Target="../media/image13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Relationship Id="rId22" Type="http://schemas.openxmlformats.org/officeDocument/2006/relationships/image" Target="../media/image4.png"/><Relationship Id="rId27" Type="http://schemas.openxmlformats.org/officeDocument/2006/relationships/image" Target="../media/image9.png"/><Relationship Id="rId30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13" Type="http://schemas.openxmlformats.org/officeDocument/2006/relationships/tags" Target="../tags/tag157.xml"/><Relationship Id="rId18" Type="http://schemas.openxmlformats.org/officeDocument/2006/relationships/tags" Target="../tags/tag162.xml"/><Relationship Id="rId26" Type="http://schemas.openxmlformats.org/officeDocument/2006/relationships/image" Target="../media/image8.png"/><Relationship Id="rId3" Type="http://schemas.openxmlformats.org/officeDocument/2006/relationships/tags" Target="../tags/tag147.xml"/><Relationship Id="rId21" Type="http://schemas.openxmlformats.org/officeDocument/2006/relationships/image" Target="../media/image3.png"/><Relationship Id="rId7" Type="http://schemas.openxmlformats.org/officeDocument/2006/relationships/tags" Target="../tags/tag151.xml"/><Relationship Id="rId12" Type="http://schemas.openxmlformats.org/officeDocument/2006/relationships/tags" Target="../tags/tag156.xml"/><Relationship Id="rId17" Type="http://schemas.openxmlformats.org/officeDocument/2006/relationships/tags" Target="../tags/tag161.xml"/><Relationship Id="rId25" Type="http://schemas.openxmlformats.org/officeDocument/2006/relationships/image" Target="../media/image7.png"/><Relationship Id="rId2" Type="http://schemas.openxmlformats.org/officeDocument/2006/relationships/tags" Target="../tags/tag146.xml"/><Relationship Id="rId16" Type="http://schemas.openxmlformats.org/officeDocument/2006/relationships/tags" Target="../tags/tag160.xml"/><Relationship Id="rId20" Type="http://schemas.openxmlformats.org/officeDocument/2006/relationships/slideMaster" Target="../slideMasters/slideMaster1.xml"/><Relationship Id="rId29" Type="http://schemas.openxmlformats.org/officeDocument/2006/relationships/image" Target="../media/image11.png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tags" Target="../tags/tag155.xml"/><Relationship Id="rId24" Type="http://schemas.openxmlformats.org/officeDocument/2006/relationships/image" Target="../media/image6.png"/><Relationship Id="rId5" Type="http://schemas.openxmlformats.org/officeDocument/2006/relationships/tags" Target="../tags/tag149.xml"/><Relationship Id="rId15" Type="http://schemas.openxmlformats.org/officeDocument/2006/relationships/tags" Target="../tags/tag159.xml"/><Relationship Id="rId23" Type="http://schemas.openxmlformats.org/officeDocument/2006/relationships/image" Target="../media/image5.png"/><Relationship Id="rId28" Type="http://schemas.openxmlformats.org/officeDocument/2006/relationships/image" Target="../media/image10.png"/><Relationship Id="rId10" Type="http://schemas.openxmlformats.org/officeDocument/2006/relationships/tags" Target="../tags/tag154.xml"/><Relationship Id="rId19" Type="http://schemas.openxmlformats.org/officeDocument/2006/relationships/tags" Target="../tags/tag163.xml"/><Relationship Id="rId31" Type="http://schemas.openxmlformats.org/officeDocument/2006/relationships/image" Target="../media/image13.png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tags" Target="../tags/tag158.xml"/><Relationship Id="rId22" Type="http://schemas.openxmlformats.org/officeDocument/2006/relationships/image" Target="../media/image4.png"/><Relationship Id="rId27" Type="http://schemas.openxmlformats.org/officeDocument/2006/relationships/image" Target="../media/image9.png"/><Relationship Id="rId30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6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9" Type="http://schemas.openxmlformats.org/officeDocument/2006/relationships/image" Target="../media/image15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image" Target="../media/image15.png"/><Relationship Id="rId5" Type="http://schemas.openxmlformats.org/officeDocument/2006/relationships/tags" Target="../tags/tag174.xml"/><Relationship Id="rId10" Type="http://schemas.openxmlformats.org/officeDocument/2006/relationships/image" Target="../media/image14.png"/><Relationship Id="rId4" Type="http://schemas.openxmlformats.org/officeDocument/2006/relationships/tags" Target="../tags/tag173.xml"/><Relationship Id="rId9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15.png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14.png"/><Relationship Id="rId5" Type="http://schemas.openxmlformats.org/officeDocument/2006/relationships/tags" Target="../tags/tag1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image" Target="../media/image15.png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image" Target="../media/image14.png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image" Target="../media/image15.png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image" Target="../media/image14.png"/><Relationship Id="rId5" Type="http://schemas.openxmlformats.org/officeDocument/2006/relationships/tags" Target="../tags/tag2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9.xml"/><Relationship Id="rId9" Type="http://schemas.openxmlformats.org/officeDocument/2006/relationships/tags" Target="../tags/tag204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13" Type="http://schemas.openxmlformats.org/officeDocument/2006/relationships/image" Target="../media/image14.png"/><Relationship Id="rId3" Type="http://schemas.openxmlformats.org/officeDocument/2006/relationships/tags" Target="../tags/tag207.xml"/><Relationship Id="rId7" Type="http://schemas.openxmlformats.org/officeDocument/2006/relationships/tags" Target="../tags/tag211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tags" Target="../tags/tag215.xml"/><Relationship Id="rId5" Type="http://schemas.openxmlformats.org/officeDocument/2006/relationships/tags" Target="../tags/tag209.xml"/><Relationship Id="rId10" Type="http://schemas.openxmlformats.org/officeDocument/2006/relationships/tags" Target="../tags/tag214.xml"/><Relationship Id="rId4" Type="http://schemas.openxmlformats.org/officeDocument/2006/relationships/tags" Target="../tags/tag208.xml"/><Relationship Id="rId9" Type="http://schemas.openxmlformats.org/officeDocument/2006/relationships/tags" Target="../tags/tag213.xml"/><Relationship Id="rId14" Type="http://schemas.openxmlformats.org/officeDocument/2006/relationships/image" Target="../media/image15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image" Target="../media/image15.png"/><Relationship Id="rId5" Type="http://schemas.openxmlformats.org/officeDocument/2006/relationships/tags" Target="../tags/tag220.xml"/><Relationship Id="rId10" Type="http://schemas.openxmlformats.org/officeDocument/2006/relationships/image" Target="../media/image14.png"/><Relationship Id="rId4" Type="http://schemas.openxmlformats.org/officeDocument/2006/relationships/tags" Target="../tags/tag219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63514-0A3D-2B55-5F71-92919C69A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A5CC37-6A84-A11E-E0CE-B0ED8E5CA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86C618-857C-97E5-1937-600B63F18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878EF-15FF-B9CD-05BF-CBE11B85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13CA2-35DF-2139-CE4C-53D23C9A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937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F2C91-CF44-4859-7111-86355BAD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EECBEE-CE9F-CB4B-3652-4F32A2430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691220-5565-7133-0D27-AC6A6660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E7813-06A7-5417-285C-A042BF0F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75543B-22C6-8BA8-D6F7-902C55CF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43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7334C-9C77-2223-E734-39F1A6B5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47B10F-1A8E-6CFA-7431-CF53556EE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B1DA13-41BB-F21F-800F-E2EE421A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207CB5-E9B3-D623-6D8A-02337A8E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2060B5-FFB2-8C9D-93D7-D7013EA2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圆角矩形 12">
            <a:extLst>
              <a:ext uri="{FF2B5EF4-FFF2-40B4-BE49-F238E27FC236}">
                <a16:creationId xmlns:a16="http://schemas.microsoft.com/office/drawing/2014/main" id="{F89E317C-FE46-25B2-1961-C3E03C52CC4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54660" y="3088005"/>
            <a:ext cx="11306810" cy="34613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  <a:alpha val="4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EC1A31-DD7F-66BB-FE6B-5237BF7B853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6621145" y="5433060"/>
            <a:ext cx="680720" cy="1619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ln>
                <a:noFill/>
              </a:ln>
              <a:solidFill>
                <a:srgbClr val="F85C1B"/>
              </a:solidFill>
            </a:endParaRPr>
          </a:p>
        </p:txBody>
      </p:sp>
      <p:pic>
        <p:nvPicPr>
          <p:cNvPr id="9" name="图片 8" descr="图片14">
            <a:extLst>
              <a:ext uri="{FF2B5EF4-FFF2-40B4-BE49-F238E27FC236}">
                <a16:creationId xmlns:a16="http://schemas.microsoft.com/office/drawing/2014/main" id="{426FA42A-A6BE-3FAC-A0DC-D9FD8999138A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7706360" cy="542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2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047F4-B918-58B6-3C68-AAC49CDF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5EAF6E-3C57-125F-33D8-AF8E869BE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21E57D-F608-A696-6FCE-C8CA2B86B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F294F-781A-0D43-9BAF-B3C97F9B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4FEDEC-C251-B4EB-D2A6-DAB559AA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3ED6C1-0D08-DDDB-CDE9-77247514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01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340D4-FC78-DF72-DA6B-A11879A2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00B52B-79BB-3BE8-534D-7020C80D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F74581-8927-7C45-BDFC-6BA879AFE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92C281-F7A6-0167-5915-18632B4C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724A4C-9162-850E-9A6D-74439BC76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65586-4744-DE5C-8B89-7D7B83E5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67F5FF-32A6-A95F-5756-33FBA2A3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E2BC1C-645E-99B2-FA8B-3BD1A52D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772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9E487-60AD-ECC0-B1E7-59A8F21A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9BC6DB-2FEC-091E-88FC-D73EBD53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A14F9C-331D-DD18-A021-D068F183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BE3E42-00C6-9981-B456-41EB6BB7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圆角矩形 47">
            <a:extLst>
              <a:ext uri="{FF2B5EF4-FFF2-40B4-BE49-F238E27FC236}">
                <a16:creationId xmlns:a16="http://schemas.microsoft.com/office/drawing/2014/main" id="{272E4E2F-59A6-F72C-CC91-D55307B4043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736600" y="634365"/>
            <a:ext cx="10757535" cy="5865495"/>
          </a:xfrm>
          <a:prstGeom prst="roundRect">
            <a:avLst>
              <a:gd name="adj" fmla="val 9503"/>
            </a:avLst>
          </a:prstGeom>
          <a:solidFill>
            <a:schemeClr val="bg1"/>
          </a:solidFill>
          <a:ln w="28575">
            <a:solidFill>
              <a:schemeClr val="accent1">
                <a:lumMod val="75000"/>
                <a:alpha val="4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2EF279-7D13-AC04-061E-5FC1B9360B9D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7190533" y="0"/>
            <a:ext cx="5001467" cy="46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211E0F-F2E9-CEB6-9E6A-C298DD65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9C0543-5104-C5B5-C370-90921AB2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6A04BF-DB7F-CE4F-9038-FE67429A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395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CFEB-8751-B03C-D442-132FE2EB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B6BB5D-7F76-3110-038B-B8CC6BB98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381E0E-0969-EADA-0A93-3F1C06E34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48EEA-3BD7-8976-7510-5CE9F64D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4474D0-B67D-C70C-C7C2-548AF79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3CD1E-6200-335C-7805-23629A0D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708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4C590-5A3E-40BE-E7DB-E2BC8451F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C57E66-5AF9-4ADE-C3DA-A027B0712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2636AE-8EF6-EF63-5376-40B3BEB3A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946F0F-E916-FD68-2B87-F81134CF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14711D-0954-E548-6C87-C62719FA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A04D1F-B2AB-DE60-92EC-FB541D4C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719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9EA70-A52F-8D07-E392-AED5481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97671C-8187-8690-3464-355746FFD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8EB163-A5BC-117C-A4A4-C06EF8A5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55EB4-02AD-8617-F9A6-9D19154A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A4315F-833B-45C3-A1FD-60E06907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759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FCBC84-96DC-6565-FCDE-78127A52B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2F4979-5048-B402-E6A1-33DBF84FA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19027-29E4-BF0B-2266-A7DA0B4A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B30DB-8257-86C8-2635-4BBF797F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1BDB4-AE6D-3350-93B1-7CA93ED1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977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C:\Users\GB50W33\Desktop\5个分层动画PPT 2\C4D球体\5_画板 1.png5_画板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1"/>
          <a:srcRect/>
          <a:stretch>
            <a:fillRect/>
          </a:stretch>
        </p:blipFill>
        <p:spPr>
          <a:xfrm>
            <a:off x="64453" y="36830"/>
            <a:ext cx="12070715" cy="6790055"/>
          </a:xfrm>
          <a:prstGeom prst="rect">
            <a:avLst/>
          </a:prstGeom>
        </p:spPr>
      </p:pic>
      <p:pic>
        <p:nvPicPr>
          <p:cNvPr id="22" name="图片 21" descr="C:\Users\GB50W33\Desktop\5个分层动画PPT 2\C4D球体\7_画板 1.png7_画板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22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4" name="图片 23" descr="C:\Users\GB50W33\Desktop\5个分层动画PPT 2\C4D球体\1_画板 1.png1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3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5" name="图片 24" descr="C:\Users\GB50W33\Desktop\5个分层动画PPT 2\C4D球体\8_画板 1.png8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6" name="图片 25" descr="C:\Users\GB50W33\Desktop\5个分层动画PPT 2\C4D球体\小_画板 1.png小_画板 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7" name="图片 26" descr="C:\Users\GB50W33\Desktop\5个分层动画PPT 2\C4D球体\大_画板 1.png大_画板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6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8" name="图片 27" descr="C:\Users\GB50W33\Desktop\5个分层动画PPT 2\C4D球体\4_画板 1.png4_画板 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7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9" name="图片 28" descr="C:\Users\GB50W33\Desktop\5个分层动画PPT 2\C4D球体\2_画板 1.png2_画板 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8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30" name="图片 29" descr="C:\Users\GB50W33\Desktop\5个分层动画PPT 2\C4D球体\3_画板 1.png3_画板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9"/>
          <a:srcRect/>
          <a:stretch>
            <a:fillRect/>
          </a:stretch>
        </p:blipFill>
        <p:spPr>
          <a:xfrm>
            <a:off x="63183" y="28575"/>
            <a:ext cx="12071985" cy="679069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10"/>
            </p:custDataLst>
          </p:nvPr>
        </p:nvSpPr>
        <p:spPr>
          <a:xfrm>
            <a:off x="6107430" y="3662045"/>
            <a:ext cx="722630" cy="7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solidFill>
                <a:schemeClr val="lt1"/>
              </a:solidFill>
              <a:latin typeface="Arial" panose="020B0604020202090204" pitchFamily="34" charset="0"/>
              <a:ea typeface="汉仪雅酷黑简" panose="00020600040101010101" pitchFamily="18" charset="-122"/>
            </a:endParaRPr>
          </a:p>
        </p:txBody>
      </p:sp>
      <p:grpSp>
        <p:nvGrpSpPr>
          <p:cNvPr id="7" name="组合 6"/>
          <p:cNvGrpSpPr/>
          <p:nvPr userDrawn="1">
            <p:custDataLst>
              <p:tags r:id="rId11"/>
            </p:custDataLst>
          </p:nvPr>
        </p:nvGrpSpPr>
        <p:grpSpPr>
          <a:xfrm>
            <a:off x="6093460" y="5205095"/>
            <a:ext cx="2432050" cy="725170"/>
            <a:chOff x="6093460" y="5205095"/>
            <a:chExt cx="2432050" cy="725170"/>
          </a:xfrm>
        </p:grpSpPr>
        <p:pic>
          <p:nvPicPr>
            <p:cNvPr id="18" name="image 107"/>
            <p:cNvPicPr>
              <a:picLocks noChangeAspect="1"/>
            </p:cNvPicPr>
            <p:nvPr userDrawn="1">
              <p:custDataLst>
                <p:tags r:id="rId18"/>
              </p:custDataLst>
            </p:nvPr>
          </p:nvPicPr>
          <p:blipFill>
            <a:blip r:embed="rId30"/>
            <a:srcRect/>
            <a:stretch>
              <a:fillRect/>
            </a:stretch>
          </p:blipFill>
          <p:spPr>
            <a:xfrm>
              <a:off x="6107430" y="5307330"/>
              <a:ext cx="2418080" cy="622935"/>
            </a:xfrm>
            <a:prstGeom prst="rect">
              <a:avLst/>
            </a:prstGeom>
          </p:spPr>
        </p:pic>
        <p:pic>
          <p:nvPicPr>
            <p:cNvPr id="19" name="image 1013"/>
            <p:cNvPicPr>
              <a:picLocks noChangeAspect="1"/>
            </p:cNvPicPr>
            <p:nvPr userDrawn="1">
              <p:custDataLst>
                <p:tags r:id="rId19"/>
              </p:custDataLst>
            </p:nvPr>
          </p:nvPicPr>
          <p:blipFill>
            <a:blip r:embed="rId31"/>
            <a:srcRect/>
            <a:stretch>
              <a:fillRect/>
            </a:stretch>
          </p:blipFill>
          <p:spPr>
            <a:xfrm>
              <a:off x="6093460" y="5205095"/>
              <a:ext cx="296545" cy="29654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5960108" y="1090296"/>
            <a:ext cx="5843271" cy="2331720"/>
          </a:xfrm>
        </p:spPr>
        <p:txBody>
          <a:bodyPr lIns="101600" tIns="38100" rIns="25400" bIns="38100" anchor="b" anchorCtr="0">
            <a:normAutofit/>
          </a:bodyPr>
          <a:lstStyle>
            <a:lvl1pPr algn="l">
              <a:defRPr sz="7200" b="0" spc="600" baseline="0"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6019752" y="3935897"/>
            <a:ext cx="5187316" cy="421005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3" name="内容占位符 22"/>
          <p:cNvSpPr>
            <a:spLocks noGrp="1"/>
          </p:cNvSpPr>
          <p:nvPr>
            <p:ph sz="quarter" idx="13" hasCustomPrompt="1"/>
            <p:custDataLst>
              <p:tags r:id="rId17"/>
            </p:custDataLst>
          </p:nvPr>
        </p:nvSpPr>
        <p:spPr>
          <a:xfrm>
            <a:off x="6252643" y="5361138"/>
            <a:ext cx="2127654" cy="51531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424036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2956 -0.0715915 C -0.0364535 -0.0715915 -0.0679314 -0.0404804 -0.0679314 -0.00214714 C -0.0679314 0.0361865 -0.0364535 0.0672972 0.00232956 0.0672972 C 0.0411127 0.0672972 0.0725898 0.0361865 0.0725898 -0.00214714 C 0.0725898 -0.0404804 0.0411127 -0.0715915 0.00232956 -0.0715915 Z " pathEditMode="relative" rAng="0" ptsTypes="">
                                      <p:cBhvr>
                                        <p:cTn id="6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3194 -0.0559214 C -0.0304858 -0.0559214 -0.0570396 -0.0318621 -0.0570396 -0.00221767 C -0.0570396 0.0274268 -0.0304858 0.051486 0.00223194 0.051486 C 0.0349492 0.051486 0.0615023 0.0274268 0.0615023 -0.00221767 C 0.0615023 -0.0318621 0.0349492 -0.0559214 0.00223194 -0.0559214 Z " pathEditMode="relative" rAng="0" ptsTypes="">
                                      <p:cBhvr>
                                        <p:cTn id="8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0239 -0.0440864 C -0.02172 -0.0440864 -0.0414608 -0.0253782 -0.0414608 -0.00232707 C -0.0414608 0.0207241 -0.02172 0.0394322 0.00260239 0.0394322 C 0.026925 0.0394322 0.046665 0.0207241 0.046665 -0.00232707 C 0.046665 -0.0253782 0.026925 -0.0440864 0.00260239 -0.0440864 Z " pathEditMode="relative" rAng="0" ptsTypes="">
                                      <p:cBhvr>
                                        <p:cTn id="10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147 -0.0445448 C -0.0247976 -0.0445448 -0.0469647 -0.0256291 -0.0469647 -0.0023226 C -0.0469647 0.0209841 -0.0247976 0.0398995 0.0025147 0.0398995 C 0.0298274 0.0398995 0.0519936 0.0209841 0.0519936 -0.0023226 C 0.0519936 -0.0256291 0.0298274 -0.0445448 0.0025147 -0.0445448 Z " pathEditMode="relative" rAng="0" ptsTypes="">
                                      <p:cBhvr>
                                        <p:cTn id="12" dur="4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4484 -0.0170768 C -0.0065112 -0.0170768 -0.0138614 -0.0105642 -0.0138614 -0.0025398 C -0.0138614 0.00548468 -0.0065112 0.0119971 0.00254484 0.0119971 C 0.0116016 0.0119971 0.0189504 0.00548468 0.0189504 -0.0025398 C 0.0189504 -0.0105642 0.0116016 -0.0170768 0.00254484 -0.0170768 Z " pathEditMode="relative" rAng="0" ptsTypes="">
                                      <p:cBhvr>
                                        <p:cTn id="14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515 -0.0182111 C -0.00771246 -0.0182111 -0.0160424 -0.0111591 -0.0160424 -0.0024704 C -0.0160424 0.00621844 -0.00771246 0.0132703 0.0025515 0.0132703 C 0.0128152 0.0132703 0.0211447 0.00621844 0.0211447 -0.0024704 C 0.0211447 -0.0111591 0.0128152 -0.0182111 0.0025515 -0.0182111 Z " pathEditMode="relative" rAng="0" ptsTypes="">
                                      <p:cBhvr>
                                        <p:cTn id="16" dur="4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8299 -0.0138962 C -0.00484844 -0.0138962 -0.0107982 -0.00871101 -0.0107982 -0.00232219 C -0.0107982 0.00406668 -0.00484844 0.00925174 0.00248299 0.00925174 C 0.00981401 0.00925174 0.0157638 0.00406668 0.0157638 -0.00232219 C 0.0157638 -0.00871101 0.00981401 -0.0138962 0.00248299 -0.0138962 Z " pathEditMode="relative" rAng="0" ptsTypes="">
                                      <p:cBhvr>
                                        <p:cTn id="18" dur="4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9814 0.00924936 C 0.0100032 0.00924936 0.0162567 0.00385668 0.0162567 -0.00278773 C 0.0162567 -0.0094323 0.0100032 -0.0148249 0.00229814 -0.0148249 C -0.00540702 -0.0148249 -0.0116604 -0.0094323 -0.0116604 -0.00278773 C -0.0116604 0.00385668 -0.00540702 0.00924936 0.00229814 0.00924936 Z " pathEditMode="relative" rAng="0" ptsTypes="">
                                      <p:cBhvr>
                                        <p:cTn id="20" dur="4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7934 0.0209168 C 0.0210673 0.0209168 0.0362336 0.0104219 0.0362336 -0.00250926 C 0.0362336 -0.0154404 0.0210673 -0.0259354 0.00237934 -0.0259354 C -0.0163083 -0.0259354 -0.031475 -0.0154404 -0.031475 -0.00250926 C -0.031475 0.0104219 -0.0163083 0.0209168 0.00237934 0.0209168 Z " pathEditMode="relative" rAng="0" ptsTypes="">
                                      <p:cBhvr>
                                        <p:cTn id="22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简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 65W" panose="020B0604020202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 65W" panose="020B0604020202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C:\Users\GB50W33\Desktop\5个分层动画PPT 2\C4D球体\5_画板 1.png5_画板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1"/>
          <a:srcRect/>
          <a:stretch>
            <a:fillRect/>
          </a:stretch>
        </p:blipFill>
        <p:spPr>
          <a:xfrm>
            <a:off x="64453" y="36830"/>
            <a:ext cx="12070715" cy="6790055"/>
          </a:xfrm>
          <a:prstGeom prst="rect">
            <a:avLst/>
          </a:prstGeom>
        </p:spPr>
      </p:pic>
      <p:pic>
        <p:nvPicPr>
          <p:cNvPr id="22" name="图片 21" descr="C:\Users\GB50W33\Desktop\5个分层动画PPT 2\C4D球体\7_画板 1.png7_画板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22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4" name="图片 23" descr="C:\Users\GB50W33\Desktop\5个分层动画PPT 2\C4D球体\1_画板 1.png1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3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5" name="图片 24" descr="C:\Users\GB50W33\Desktop\5个分层动画PPT 2\C4D球体\8_画板 1.png8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6" name="图片 25" descr="C:\Users\GB50W33\Desktop\5个分层动画PPT 2\C4D球体\小_画板 1.png小_画板 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7" name="图片 26" descr="C:\Users\GB50W33\Desktop\5个分层动画PPT 2\C4D球体\大_画板 1.png大_画板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6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8" name="图片 27" descr="C:\Users\GB50W33\Desktop\5个分层动画PPT 2\C4D球体\4_画板 1.png4_画板 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7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9" name="图片 28" descr="C:\Users\GB50W33\Desktop\5个分层动画PPT 2\C4D球体\2_画板 1.png2_画板 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8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30" name="图片 29" descr="C:\Users\GB50W33\Desktop\5个分层动画PPT 2\C4D球体\3_画板 1.png3_画板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9"/>
          <a:srcRect/>
          <a:stretch>
            <a:fillRect/>
          </a:stretch>
        </p:blipFill>
        <p:spPr>
          <a:xfrm>
            <a:off x="63183" y="28575"/>
            <a:ext cx="12071985" cy="679069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10"/>
            </p:custDataLst>
          </p:nvPr>
        </p:nvSpPr>
        <p:spPr>
          <a:xfrm>
            <a:off x="6107430" y="3662045"/>
            <a:ext cx="722630" cy="7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>
            <p:custDataLst>
              <p:tags r:id="rId11"/>
            </p:custDataLst>
          </p:nvPr>
        </p:nvGrpSpPr>
        <p:grpSpPr>
          <a:xfrm>
            <a:off x="6093460" y="5205095"/>
            <a:ext cx="2432050" cy="725170"/>
            <a:chOff x="6093460" y="5205095"/>
            <a:chExt cx="2432050" cy="725170"/>
          </a:xfrm>
        </p:grpSpPr>
        <p:pic>
          <p:nvPicPr>
            <p:cNvPr id="18" name="image 107"/>
            <p:cNvPicPr>
              <a:picLocks noChangeAspect="1"/>
            </p:cNvPicPr>
            <p:nvPr userDrawn="1">
              <p:custDataLst>
                <p:tags r:id="rId18"/>
              </p:custDataLst>
            </p:nvPr>
          </p:nvPicPr>
          <p:blipFill>
            <a:blip r:embed="rId30"/>
            <a:srcRect/>
            <a:stretch>
              <a:fillRect/>
            </a:stretch>
          </p:blipFill>
          <p:spPr>
            <a:xfrm>
              <a:off x="6107430" y="5307330"/>
              <a:ext cx="2418080" cy="622935"/>
            </a:xfrm>
            <a:prstGeom prst="rect">
              <a:avLst/>
            </a:prstGeom>
          </p:spPr>
        </p:pic>
        <p:pic>
          <p:nvPicPr>
            <p:cNvPr id="19" name="image 1013"/>
            <p:cNvPicPr>
              <a:picLocks noChangeAspect="1"/>
            </p:cNvPicPr>
            <p:nvPr userDrawn="1">
              <p:custDataLst>
                <p:tags r:id="rId19"/>
              </p:custDataLst>
            </p:nvPr>
          </p:nvPicPr>
          <p:blipFill>
            <a:blip r:embed="rId31"/>
            <a:srcRect/>
            <a:stretch>
              <a:fillRect/>
            </a:stretch>
          </p:blipFill>
          <p:spPr>
            <a:xfrm>
              <a:off x="6093460" y="5205095"/>
              <a:ext cx="296545" cy="29654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5960108" y="1090296"/>
            <a:ext cx="5843271" cy="2331720"/>
          </a:xfrm>
        </p:spPr>
        <p:txBody>
          <a:bodyPr lIns="101600" tIns="38100" rIns="25400" bIns="38100" anchor="b" anchorCtr="0">
            <a:normAutofit/>
          </a:bodyPr>
          <a:lstStyle>
            <a:lvl1pPr algn="l">
              <a:defRPr sz="7200" b="0" spc="600" baseline="0"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6019752" y="3935897"/>
            <a:ext cx="5187316" cy="421005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/>
                </a:solidFill>
                <a:uFillTx/>
                <a:ea typeface="汉仪雅酷黑简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3" name="内容占位符 22"/>
          <p:cNvSpPr>
            <a:spLocks noGrp="1"/>
          </p:cNvSpPr>
          <p:nvPr>
            <p:ph sz="quarter" idx="13" hasCustomPrompt="1"/>
            <p:custDataLst>
              <p:tags r:id="rId17"/>
            </p:custDataLst>
          </p:nvPr>
        </p:nvSpPr>
        <p:spPr>
          <a:xfrm>
            <a:off x="6252643" y="5361138"/>
            <a:ext cx="2127654" cy="51531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2956 -0.0715915 C -0.0364535 -0.0715915 -0.0679314 -0.0404804 -0.0679314 -0.00214714 C -0.0679314 0.0361865 -0.0364535 0.0672972 0.00232956 0.0672972 C 0.0411127 0.0672972 0.0725898 0.0361865 0.0725898 -0.00214714 C 0.0725898 -0.0404804 0.0411127 -0.0715915 0.00232956 -0.0715915 Z " pathEditMode="relative" rAng="0" ptsTypes="">
                                      <p:cBhvr>
                                        <p:cTn id="6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3194 -0.0559214 C -0.0304858 -0.0559214 -0.0570396 -0.0318621 -0.0570396 -0.00221767 C -0.0570396 0.0274268 -0.0304858 0.051486 0.00223194 0.051486 C 0.0349492 0.051486 0.0615023 0.0274268 0.0615023 -0.00221767 C 0.0615023 -0.0318621 0.0349492 -0.0559214 0.00223194 -0.0559214 Z " pathEditMode="relative" rAng="0" ptsTypes="">
                                      <p:cBhvr>
                                        <p:cTn id="8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0239 -0.0440864 C -0.02172 -0.0440864 -0.0414608 -0.0253782 -0.0414608 -0.00232707 C -0.0414608 0.0207241 -0.02172 0.0394322 0.00260239 0.0394322 C 0.026925 0.0394322 0.046665 0.0207241 0.046665 -0.00232707 C 0.046665 -0.0253782 0.026925 -0.0440864 0.00260239 -0.0440864 Z " pathEditMode="relative" rAng="0" ptsTypes="">
                                      <p:cBhvr>
                                        <p:cTn id="10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147 -0.0445448 C -0.0247976 -0.0445448 -0.0469647 -0.0256291 -0.0469647 -0.0023226 C -0.0469647 0.0209841 -0.0247976 0.0398995 0.0025147 0.0398995 C 0.0298274 0.0398995 0.0519936 0.0209841 0.0519936 -0.0023226 C 0.0519936 -0.0256291 0.0298274 -0.0445448 0.0025147 -0.0445448 Z " pathEditMode="relative" rAng="0" ptsTypes="">
                                      <p:cBhvr>
                                        <p:cTn id="12" dur="4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4484 -0.0170768 C -0.0065112 -0.0170768 -0.0138614 -0.0105642 -0.0138614 -0.0025398 C -0.0138614 0.00548468 -0.0065112 0.0119971 0.00254484 0.0119971 C 0.0116016 0.0119971 0.0189504 0.00548468 0.0189504 -0.0025398 C 0.0189504 -0.0105642 0.0116016 -0.0170768 0.00254484 -0.0170768 Z " pathEditMode="relative" rAng="0" ptsTypes="">
                                      <p:cBhvr>
                                        <p:cTn id="14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515 -0.0182111 C -0.00771246 -0.0182111 -0.0160424 -0.0111591 -0.0160424 -0.0024704 C -0.0160424 0.00621844 -0.00771246 0.0132703 0.0025515 0.0132703 C 0.0128152 0.0132703 0.0211447 0.00621844 0.0211447 -0.0024704 C 0.0211447 -0.0111591 0.0128152 -0.0182111 0.0025515 -0.0182111 Z " pathEditMode="relative" rAng="0" ptsTypes="">
                                      <p:cBhvr>
                                        <p:cTn id="16" dur="4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8299 -0.0138962 C -0.00484844 -0.0138962 -0.0107982 -0.00871101 -0.0107982 -0.00232219 C -0.0107982 0.00406668 -0.00484844 0.00925174 0.00248299 0.00925174 C 0.00981401 0.00925174 0.0157638 0.00406668 0.0157638 -0.00232219 C 0.0157638 -0.00871101 0.00981401 -0.0138962 0.00248299 -0.0138962 Z " pathEditMode="relative" rAng="0" ptsTypes="">
                                      <p:cBhvr>
                                        <p:cTn id="18" dur="4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9814 0.00924936 C 0.0100032 0.00924936 0.0162567 0.00385668 0.0162567 -0.00278773 C 0.0162567 -0.0094323 0.0100032 -0.0148249 0.00229814 -0.0148249 C -0.00540702 -0.0148249 -0.0116604 -0.0094323 -0.0116604 -0.00278773 C -0.0116604 0.00385668 -0.00540702 0.00924936 0.00229814 0.00924936 Z " pathEditMode="relative" rAng="0" ptsTypes="">
                                      <p:cBhvr>
                                        <p:cTn id="20" dur="4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7934 0.0209168 C 0.0210673 0.0209168 0.0362336 0.0104219 0.0362336 -0.00250926 C 0.0362336 -0.0154404 0.0210673 -0.0259354 0.00237934 -0.0259354 C -0.0163083 -0.0259354 -0.031475 -0.0154404 -0.031475 -0.00250926 C -0.031475 0.0104219 -0.0163083 0.0209168 0.00237934 0.0209168 Z " pathEditMode="relative" rAng="0" ptsTypes="">
                                      <p:cBhvr>
                                        <p:cTn id="22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1" name="图片 10" descr="7_画板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2" name="图片 11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3" name="图片 12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6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3" name="图片 12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6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90204" pitchFamily="34" charset="0"/>
              <a:ea typeface="汉仪雅酷黑 65W" panose="020B0604020202020204" pitchFamily="3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3" name="图片 12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6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90204" pitchFamily="34" charset="0"/>
              <a:ea typeface="汉仪雅酷黑简" panose="00020600040101010101" pitchFamily="18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5" name="图片 14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6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7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8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2" name="图片 11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C:\Users\GB50W33\Desktop\5个分层动画PPT 2\C4D球体\5_画板 1.png5_画板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1"/>
          <a:srcRect/>
          <a:stretch>
            <a:fillRect/>
          </a:stretch>
        </p:blipFill>
        <p:spPr>
          <a:xfrm>
            <a:off x="64453" y="36830"/>
            <a:ext cx="12070715" cy="6790055"/>
          </a:xfrm>
          <a:prstGeom prst="rect">
            <a:avLst/>
          </a:prstGeom>
        </p:spPr>
      </p:pic>
      <p:pic>
        <p:nvPicPr>
          <p:cNvPr id="22" name="图片 21" descr="C:\Users\GB50W33\Desktop\5个分层动画PPT 2\C4D球体\7_画板 1.png7_画板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22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4" name="图片 23" descr="C:\Users\GB50W33\Desktop\5个分层动画PPT 2\C4D球体\1_画板 1.png1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3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5" name="图片 24" descr="C:\Users\GB50W33\Desktop\5个分层动画PPT 2\C4D球体\8_画板 1.png8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6" name="图片 25" descr="C:\Users\GB50W33\Desktop\5个分层动画PPT 2\C4D球体\小_画板 1.png小_画板 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7" name="图片 26" descr="C:\Users\GB50W33\Desktop\5个分层动画PPT 2\C4D球体\大_画板 1.png大_画板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6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8" name="图片 27" descr="C:\Users\GB50W33\Desktop\5个分层动画PPT 2\C4D球体\4_画板 1.png4_画板 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7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9" name="图片 28" descr="C:\Users\GB50W33\Desktop\5个分层动画PPT 2\C4D球体\2_画板 1.png2_画板 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8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30" name="图片 29" descr="C:\Users\GB50W33\Desktop\5个分层动画PPT 2\C4D球体\3_画板 1.png3_画板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9"/>
          <a:srcRect/>
          <a:stretch>
            <a:fillRect/>
          </a:stretch>
        </p:blipFill>
        <p:spPr>
          <a:xfrm>
            <a:off x="63183" y="28575"/>
            <a:ext cx="12071985" cy="679069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10"/>
            </p:custDataLst>
          </p:nvPr>
        </p:nvSpPr>
        <p:spPr>
          <a:xfrm>
            <a:off x="6107430" y="3662045"/>
            <a:ext cx="722630" cy="7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90204" pitchFamily="34" charset="0"/>
              <a:ea typeface="汉仪雅酷黑简" panose="00020600040101010101" pitchFamily="18" charset="-122"/>
            </a:endParaRPr>
          </a:p>
        </p:txBody>
      </p:sp>
      <p:grpSp>
        <p:nvGrpSpPr>
          <p:cNvPr id="7" name="组合 6"/>
          <p:cNvGrpSpPr/>
          <p:nvPr userDrawn="1">
            <p:custDataLst>
              <p:tags r:id="rId11"/>
            </p:custDataLst>
          </p:nvPr>
        </p:nvGrpSpPr>
        <p:grpSpPr>
          <a:xfrm>
            <a:off x="6093460" y="5205095"/>
            <a:ext cx="2432050" cy="725170"/>
            <a:chOff x="6093460" y="5205095"/>
            <a:chExt cx="2432050" cy="725170"/>
          </a:xfrm>
        </p:grpSpPr>
        <p:pic>
          <p:nvPicPr>
            <p:cNvPr id="18" name="image 107"/>
            <p:cNvPicPr>
              <a:picLocks noChangeAspect="1"/>
            </p:cNvPicPr>
            <p:nvPr userDrawn="1">
              <p:custDataLst>
                <p:tags r:id="rId18"/>
              </p:custDataLst>
            </p:nvPr>
          </p:nvPicPr>
          <p:blipFill>
            <a:blip r:embed="rId30"/>
            <a:srcRect/>
            <a:stretch>
              <a:fillRect/>
            </a:stretch>
          </p:blipFill>
          <p:spPr>
            <a:xfrm>
              <a:off x="6107430" y="5307330"/>
              <a:ext cx="2418080" cy="622935"/>
            </a:xfrm>
            <a:prstGeom prst="rect">
              <a:avLst/>
            </a:prstGeom>
          </p:spPr>
        </p:pic>
        <p:pic>
          <p:nvPicPr>
            <p:cNvPr id="19" name="image 1013"/>
            <p:cNvPicPr>
              <a:picLocks noChangeAspect="1"/>
            </p:cNvPicPr>
            <p:nvPr userDrawn="1">
              <p:custDataLst>
                <p:tags r:id="rId19"/>
              </p:custDataLst>
            </p:nvPr>
          </p:nvPicPr>
          <p:blipFill>
            <a:blip r:embed="rId31"/>
            <a:srcRect/>
            <a:stretch>
              <a:fillRect/>
            </a:stretch>
          </p:blipFill>
          <p:spPr>
            <a:xfrm>
              <a:off x="6093460" y="5205095"/>
              <a:ext cx="296545" cy="29654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5960108" y="1090296"/>
            <a:ext cx="5843271" cy="2331720"/>
          </a:xfrm>
        </p:spPr>
        <p:txBody>
          <a:bodyPr lIns="101600" tIns="38100" rIns="25400" bIns="38100" anchor="b" anchorCtr="0">
            <a:normAutofit/>
          </a:bodyPr>
          <a:lstStyle>
            <a:lvl1pPr algn="l">
              <a:defRPr sz="7200" b="0" spc="600" baseline="0"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6019752" y="3935897"/>
            <a:ext cx="5187316" cy="421005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3" name="内容占位符 22"/>
          <p:cNvSpPr>
            <a:spLocks noGrp="1"/>
          </p:cNvSpPr>
          <p:nvPr>
            <p:ph sz="quarter" idx="13" hasCustomPrompt="1"/>
            <p:custDataLst>
              <p:tags r:id="rId17"/>
            </p:custDataLst>
          </p:nvPr>
        </p:nvSpPr>
        <p:spPr>
          <a:xfrm>
            <a:off x="6252643" y="5361138"/>
            <a:ext cx="2127654" cy="51531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2956 -0.0715915 C -0.0364535 -0.0715915 -0.0679314 -0.0404804 -0.0679314 -0.00214714 C -0.0679314 0.0361865 -0.0364535 0.0672972 0.00232956 0.0672972 C 0.0411127 0.0672972 0.0725898 0.0361865 0.0725898 -0.00214714 C 0.0725898 -0.0404804 0.0411127 -0.0715915 0.00232956 -0.0715915 Z " pathEditMode="relative" rAng="0" ptsTypes="">
                                      <p:cBhvr>
                                        <p:cTn id="6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3194 -0.0559214 C -0.0304858 -0.0559214 -0.0570396 -0.0318621 -0.0570396 -0.00221767 C -0.0570396 0.0274268 -0.0304858 0.051486 0.00223194 0.051486 C 0.0349492 0.051486 0.0615023 0.0274268 0.0615023 -0.00221767 C 0.0615023 -0.0318621 0.0349492 -0.0559214 0.00223194 -0.0559214 Z " pathEditMode="relative" rAng="0" ptsTypes="">
                                      <p:cBhvr>
                                        <p:cTn id="8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0239 -0.0440864 C -0.02172 -0.0440864 -0.0414608 -0.0253782 -0.0414608 -0.00232707 C -0.0414608 0.0207241 -0.02172 0.0394322 0.00260239 0.0394322 C 0.026925 0.0394322 0.046665 0.0207241 0.046665 -0.00232707 C 0.046665 -0.0253782 0.026925 -0.0440864 0.00260239 -0.0440864 Z " pathEditMode="relative" rAng="0" ptsTypes="">
                                      <p:cBhvr>
                                        <p:cTn id="10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147 -0.0445448 C -0.0247976 -0.0445448 -0.0469647 -0.0256291 -0.0469647 -0.0023226 C -0.0469647 0.0209841 -0.0247976 0.0398995 0.0025147 0.0398995 C 0.0298274 0.0398995 0.0519936 0.0209841 0.0519936 -0.0023226 C 0.0519936 -0.0256291 0.0298274 -0.0445448 0.0025147 -0.0445448 Z " pathEditMode="relative" rAng="0" ptsTypes="">
                                      <p:cBhvr>
                                        <p:cTn id="12" dur="4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4484 -0.0170768 C -0.0065112 -0.0170768 -0.0138614 -0.0105642 -0.0138614 -0.0025398 C -0.0138614 0.00548468 -0.0065112 0.0119971 0.00254484 0.0119971 C 0.0116016 0.0119971 0.0189504 0.00548468 0.0189504 -0.0025398 C 0.0189504 -0.0105642 0.0116016 -0.0170768 0.00254484 -0.0170768 Z " pathEditMode="relative" rAng="0" ptsTypes="">
                                      <p:cBhvr>
                                        <p:cTn id="14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515 -0.0182111 C -0.00771246 -0.0182111 -0.0160424 -0.0111591 -0.0160424 -0.0024704 C -0.0160424 0.00621844 -0.00771246 0.0132703 0.0025515 0.0132703 C 0.0128152 0.0132703 0.0211447 0.00621844 0.0211447 -0.0024704 C 0.0211447 -0.0111591 0.0128152 -0.0182111 0.0025515 -0.0182111 Z " pathEditMode="relative" rAng="0" ptsTypes="">
                                      <p:cBhvr>
                                        <p:cTn id="16" dur="4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8299 -0.0138962 C -0.00484844 -0.0138962 -0.0107982 -0.00871101 -0.0107982 -0.00232219 C -0.0107982 0.00406668 -0.00484844 0.00925174 0.00248299 0.00925174 C 0.00981401 0.00925174 0.0157638 0.00406668 0.0157638 -0.00232219 C 0.0157638 -0.00871101 0.00981401 -0.0138962 0.00248299 -0.0138962 Z " pathEditMode="relative" rAng="0" ptsTypes="">
                                      <p:cBhvr>
                                        <p:cTn id="18" dur="4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9814 0.00924936 C 0.0100032 0.00924936 0.0162567 0.00385668 0.0162567 -0.00278773 C 0.0162567 -0.0094323 0.0100032 -0.0148249 0.00229814 -0.0148249 C -0.00540702 -0.0148249 -0.0116604 -0.0094323 -0.0116604 -0.00278773 C -0.0116604 0.00385668 -0.00540702 0.00924936 0.00229814 0.00924936 Z " pathEditMode="relative" rAng="0" ptsTypes="">
                                      <p:cBhvr>
                                        <p:cTn id="20" dur="4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7934 0.0209168 C 0.0210673 0.0209168 0.0362336 0.0104219 0.0362336 -0.00250926 C 0.0362336 -0.0154404 0.0210673 -0.0259354 0.00237934 -0.0259354 C -0.0163083 -0.0259354 -0.031475 -0.0154404 -0.031475 -0.00250926 C -0.031475 0.0104219 -0.0163083 0.0209168 0.00237934 0.0209168 Z " pathEditMode="relative" rAng="0" ptsTypes="">
                                      <p:cBhvr>
                                        <p:cTn id="22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简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 65W" panose="020B0604020202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雅酷黑 65W" panose="020B0604020202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C:\Users\GB50W33\Desktop\5个分层动画PPT 2\C4D球体\5_画板 1.png5_画板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1"/>
          <a:srcRect/>
          <a:stretch>
            <a:fillRect/>
          </a:stretch>
        </p:blipFill>
        <p:spPr>
          <a:xfrm>
            <a:off x="64453" y="36830"/>
            <a:ext cx="12070715" cy="6790055"/>
          </a:xfrm>
          <a:prstGeom prst="rect">
            <a:avLst/>
          </a:prstGeom>
        </p:spPr>
      </p:pic>
      <p:pic>
        <p:nvPicPr>
          <p:cNvPr id="22" name="图片 21" descr="C:\Users\GB50W33\Desktop\5个分层动画PPT 2\C4D球体\7_画板 1.png7_画板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22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4" name="图片 23" descr="C:\Users\GB50W33\Desktop\5个分层动画PPT 2\C4D球体\1_画板 1.png1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3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5" name="图片 24" descr="C:\Users\GB50W33\Desktop\5个分层动画PPT 2\C4D球体\8_画板 1.png8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6" name="图片 25" descr="C:\Users\GB50W33\Desktop\5个分层动画PPT 2\C4D球体\小_画板 1.png小_画板 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7" name="图片 26" descr="C:\Users\GB50W33\Desktop\5个分层动画PPT 2\C4D球体\大_画板 1.png大_画板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6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8" name="图片 27" descr="C:\Users\GB50W33\Desktop\5个分层动画PPT 2\C4D球体\4_画板 1.png4_画板 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7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29" name="图片 28" descr="C:\Users\GB50W33\Desktop\5个分层动画PPT 2\C4D球体\2_画板 1.png2_画板 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8"/>
          <a:srcRect/>
          <a:stretch>
            <a:fillRect/>
          </a:stretch>
        </p:blipFill>
        <p:spPr>
          <a:xfrm>
            <a:off x="63183" y="36195"/>
            <a:ext cx="12071985" cy="6790690"/>
          </a:xfrm>
          <a:prstGeom prst="rect">
            <a:avLst/>
          </a:prstGeom>
        </p:spPr>
      </p:pic>
      <p:pic>
        <p:nvPicPr>
          <p:cNvPr id="30" name="图片 29" descr="C:\Users\GB50W33\Desktop\5个分层动画PPT 2\C4D球体\3_画板 1.png3_画板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9"/>
          <a:srcRect/>
          <a:stretch>
            <a:fillRect/>
          </a:stretch>
        </p:blipFill>
        <p:spPr>
          <a:xfrm>
            <a:off x="63183" y="28575"/>
            <a:ext cx="12071985" cy="6790690"/>
          </a:xfrm>
          <a:prstGeom prst="rect">
            <a:avLst/>
          </a:prstGeom>
        </p:spPr>
      </p:pic>
      <p:sp>
        <p:nvSpPr>
          <p:cNvPr id="17" name="矩形 16"/>
          <p:cNvSpPr/>
          <p:nvPr userDrawn="1">
            <p:custDataLst>
              <p:tags r:id="rId10"/>
            </p:custDataLst>
          </p:nvPr>
        </p:nvSpPr>
        <p:spPr>
          <a:xfrm>
            <a:off x="6107430" y="3662045"/>
            <a:ext cx="722630" cy="7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>
            <p:custDataLst>
              <p:tags r:id="rId11"/>
            </p:custDataLst>
          </p:nvPr>
        </p:nvGrpSpPr>
        <p:grpSpPr>
          <a:xfrm>
            <a:off x="6093460" y="5205095"/>
            <a:ext cx="2432050" cy="725170"/>
            <a:chOff x="6093460" y="5205095"/>
            <a:chExt cx="2432050" cy="725170"/>
          </a:xfrm>
        </p:grpSpPr>
        <p:pic>
          <p:nvPicPr>
            <p:cNvPr id="18" name="image 107"/>
            <p:cNvPicPr>
              <a:picLocks noChangeAspect="1"/>
            </p:cNvPicPr>
            <p:nvPr userDrawn="1">
              <p:custDataLst>
                <p:tags r:id="rId18"/>
              </p:custDataLst>
            </p:nvPr>
          </p:nvPicPr>
          <p:blipFill>
            <a:blip r:embed="rId30"/>
            <a:srcRect/>
            <a:stretch>
              <a:fillRect/>
            </a:stretch>
          </p:blipFill>
          <p:spPr>
            <a:xfrm>
              <a:off x="6107430" y="5307330"/>
              <a:ext cx="2418080" cy="622935"/>
            </a:xfrm>
            <a:prstGeom prst="rect">
              <a:avLst/>
            </a:prstGeom>
          </p:spPr>
        </p:pic>
        <p:pic>
          <p:nvPicPr>
            <p:cNvPr id="19" name="image 1013"/>
            <p:cNvPicPr>
              <a:picLocks noChangeAspect="1"/>
            </p:cNvPicPr>
            <p:nvPr userDrawn="1">
              <p:custDataLst>
                <p:tags r:id="rId19"/>
              </p:custDataLst>
            </p:nvPr>
          </p:nvPicPr>
          <p:blipFill>
            <a:blip r:embed="rId31"/>
            <a:srcRect/>
            <a:stretch>
              <a:fillRect/>
            </a:stretch>
          </p:blipFill>
          <p:spPr>
            <a:xfrm>
              <a:off x="6093460" y="5205095"/>
              <a:ext cx="296545" cy="29654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5960108" y="1090296"/>
            <a:ext cx="5843271" cy="2331720"/>
          </a:xfrm>
        </p:spPr>
        <p:txBody>
          <a:bodyPr lIns="101600" tIns="38100" rIns="25400" bIns="38100" anchor="b" anchorCtr="0">
            <a:normAutofit/>
          </a:bodyPr>
          <a:lstStyle>
            <a:lvl1pPr algn="l">
              <a:defRPr sz="7200" b="0" spc="600" baseline="0"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6019752" y="3935897"/>
            <a:ext cx="5187316" cy="421005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/>
                </a:solidFill>
                <a:uFillTx/>
                <a:ea typeface="汉仪雅酷黑简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3" name="内容占位符 22"/>
          <p:cNvSpPr>
            <a:spLocks noGrp="1"/>
          </p:cNvSpPr>
          <p:nvPr>
            <p:ph sz="quarter" idx="13" hasCustomPrompt="1"/>
            <p:custDataLst>
              <p:tags r:id="rId17"/>
            </p:custDataLst>
          </p:nvPr>
        </p:nvSpPr>
        <p:spPr>
          <a:xfrm>
            <a:off x="6252643" y="5361138"/>
            <a:ext cx="2127654" cy="51531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2956 -0.0715915 C -0.0364535 -0.0715915 -0.0679314 -0.0404804 -0.0679314 -0.00214714 C -0.0679314 0.0361865 -0.0364535 0.0672972 0.00232956 0.0672972 C 0.0411127 0.0672972 0.0725898 0.0361865 0.0725898 -0.00214714 C 0.0725898 -0.0404804 0.0411127 -0.0715915 0.00232956 -0.0715915 Z " pathEditMode="relative" rAng="0" ptsTypes="">
                                      <p:cBhvr>
                                        <p:cTn id="6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3194 -0.0559214 C -0.0304858 -0.0559214 -0.0570396 -0.0318621 -0.0570396 -0.00221767 C -0.0570396 0.0274268 -0.0304858 0.051486 0.00223194 0.051486 C 0.0349492 0.051486 0.0615023 0.0274268 0.0615023 -0.00221767 C 0.0615023 -0.0318621 0.0349492 -0.0559214 0.00223194 -0.0559214 Z " pathEditMode="relative" rAng="0" ptsTypes="">
                                      <p:cBhvr>
                                        <p:cTn id="8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0239 -0.0440864 C -0.02172 -0.0440864 -0.0414608 -0.0253782 -0.0414608 -0.00232707 C -0.0414608 0.0207241 -0.02172 0.0394322 0.00260239 0.0394322 C 0.026925 0.0394322 0.046665 0.0207241 0.046665 -0.00232707 C 0.046665 -0.0253782 0.026925 -0.0440864 0.00260239 -0.0440864 Z " pathEditMode="relative" rAng="0" ptsTypes="">
                                      <p:cBhvr>
                                        <p:cTn id="10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147 -0.0445448 C -0.0247976 -0.0445448 -0.0469647 -0.0256291 -0.0469647 -0.0023226 C -0.0469647 0.0209841 -0.0247976 0.0398995 0.0025147 0.0398995 C 0.0298274 0.0398995 0.0519936 0.0209841 0.0519936 -0.0023226 C 0.0519936 -0.0256291 0.0298274 -0.0445448 0.0025147 -0.0445448 Z " pathEditMode="relative" rAng="0" ptsTypes="">
                                      <p:cBhvr>
                                        <p:cTn id="12" dur="4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4484 -0.0170768 C -0.0065112 -0.0170768 -0.0138614 -0.0105642 -0.0138614 -0.0025398 C -0.0138614 0.00548468 -0.0065112 0.0119971 0.00254484 0.0119971 C 0.0116016 0.0119971 0.0189504 0.00548468 0.0189504 -0.0025398 C 0.0189504 -0.0105642 0.0116016 -0.0170768 0.00254484 -0.0170768 Z " pathEditMode="relative" rAng="0" ptsTypes="">
                                      <p:cBhvr>
                                        <p:cTn id="14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515 -0.0182111 C -0.00771246 -0.0182111 -0.0160424 -0.0111591 -0.0160424 -0.0024704 C -0.0160424 0.00621844 -0.00771246 0.0132703 0.0025515 0.0132703 C 0.0128152 0.0132703 0.0211447 0.00621844 0.0211447 -0.0024704 C 0.0211447 -0.0111591 0.0128152 -0.0182111 0.0025515 -0.0182111 Z " pathEditMode="relative" rAng="0" ptsTypes="">
                                      <p:cBhvr>
                                        <p:cTn id="16" dur="4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8299 -0.0138962 C -0.00484844 -0.0138962 -0.0107982 -0.00871101 -0.0107982 -0.00232219 C -0.0107982 0.00406668 -0.00484844 0.00925174 0.00248299 0.00925174 C 0.00981401 0.00925174 0.0157638 0.00406668 0.0157638 -0.00232219 C 0.0157638 -0.00871101 0.00981401 -0.0138962 0.00248299 -0.0138962 Z " pathEditMode="relative" rAng="0" ptsTypes="">
                                      <p:cBhvr>
                                        <p:cTn id="18" dur="4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9814 0.00924936 C 0.0100032 0.00924936 0.0162567 0.00385668 0.0162567 -0.00278773 C 0.0162567 -0.0094323 0.0100032 -0.0148249 0.00229814 -0.0148249 C -0.00540702 -0.0148249 -0.0116604 -0.0094323 -0.0116604 -0.00278773 C -0.0116604 0.00385668 -0.00540702 0.00924936 0.00229814 0.00924936 Z " pathEditMode="relative" rAng="0" ptsTypes="">
                                      <p:cBhvr>
                                        <p:cTn id="20" dur="4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7934 0.0209168 C 0.0210673 0.0209168 0.0362336 0.0104219 0.0362336 -0.00250926 C 0.0362336 -0.0154404 0.0210673 -0.0259354 0.00237934 -0.0259354 C -0.0163083 -0.0259354 -0.031475 -0.0154404 -0.031475 -0.00250926 C -0.031475 0.0104219 -0.0163083 0.0209168 0.00237934 0.0209168 Z " pathEditMode="relative" rAng="0" ptsTypes="">
                                      <p:cBhvr>
                                        <p:cTn id="22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1" name="图片 10" descr="7_画板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2" name="图片 11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3" name="图片 12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6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3" name="图片 12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6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90204" pitchFamily="34" charset="0"/>
              <a:ea typeface="汉仪雅酷黑 65W" panose="020B0604020202020204" pitchFamily="3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3" name="图片 12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6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90204" pitchFamily="34" charset="0"/>
              <a:ea typeface="汉仪雅酷黑简" panose="00020600040101010101" pitchFamily="18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5" name="图片 14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6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7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8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942550" y="3443944"/>
            <a:ext cx="3249450" cy="3414056"/>
          </a:xfrm>
          <a:prstGeom prst="rect">
            <a:avLst/>
          </a:prstGeom>
        </p:spPr>
      </p:pic>
      <p:pic>
        <p:nvPicPr>
          <p:cNvPr id="12" name="图片 11" descr="7_画板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30480" y="0"/>
            <a:ext cx="896620" cy="887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2" h="1397">
                <a:moveTo>
                  <a:pt x="0" y="0"/>
                </a:moveTo>
                <a:lnTo>
                  <a:pt x="1412" y="0"/>
                </a:lnTo>
                <a:lnTo>
                  <a:pt x="1412" y="1397"/>
                </a:lnTo>
                <a:lnTo>
                  <a:pt x="0" y="139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90204" pitchFamily="34" charset="0"/>
                <a:ea typeface="汉仪雅酷黑简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汉仪雅酷黑 65W" panose="020B0604020202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0F68AE-CB90-DA3D-269B-C47D16D8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933EA-2230-926D-7ED1-2B4B0A4BD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6710D-4738-0122-7BA6-BA40CB855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B1180-0CF9-21F5-EC40-D37740BA0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C8D459-804E-1FFA-123D-1DCEF833A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D69FCC78-0532-D0FA-75AD-C79DF3DF541D}"/>
              </a:ext>
            </a:extLst>
          </p:cNvPr>
          <p:cNvSpPr/>
          <p:nvPr userDrawn="1">
            <p:custDataLst>
              <p:tags r:id="rId3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925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67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58" r:id="rId23"/>
    <p:sldLayoutId id="2147483679" r:id="rId24"/>
    <p:sldLayoutId id="2147483686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54.xml"/><Relationship Id="rId4" Type="http://schemas.openxmlformats.org/officeDocument/2006/relationships/tags" Target="../tags/tag25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4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0" Type="http://schemas.openxmlformats.org/officeDocument/2006/relationships/tags" Target="../tags/tag268.xml"/><Relationship Id="rId4" Type="http://schemas.openxmlformats.org/officeDocument/2006/relationships/tags" Target="../tags/tag262.xml"/><Relationship Id="rId9" Type="http://schemas.openxmlformats.org/officeDocument/2006/relationships/tags" Target="../tags/tag26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tags" Target="../tags/tag282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tags" Target="../tags/tag281.xml"/><Relationship Id="rId5" Type="http://schemas.openxmlformats.org/officeDocument/2006/relationships/tags" Target="../tags/tag275.xml"/><Relationship Id="rId10" Type="http://schemas.openxmlformats.org/officeDocument/2006/relationships/tags" Target="../tags/tag280.xml"/><Relationship Id="rId4" Type="http://schemas.openxmlformats.org/officeDocument/2006/relationships/tags" Target="../tags/tag274.xml"/><Relationship Id="rId9" Type="http://schemas.openxmlformats.org/officeDocument/2006/relationships/tags" Target="../tags/tag27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tags" Target="../tags/tag294.xml"/><Relationship Id="rId2" Type="http://schemas.openxmlformats.org/officeDocument/2006/relationships/tags" Target="../tags/tag284.xml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tags" Target="../tags/tag293.xml"/><Relationship Id="rId5" Type="http://schemas.openxmlformats.org/officeDocument/2006/relationships/tags" Target="../tags/tag287.xml"/><Relationship Id="rId10" Type="http://schemas.openxmlformats.org/officeDocument/2006/relationships/tags" Target="../tags/tag292.xml"/><Relationship Id="rId4" Type="http://schemas.openxmlformats.org/officeDocument/2006/relationships/tags" Target="../tags/tag286.xml"/><Relationship Id="rId9" Type="http://schemas.openxmlformats.org/officeDocument/2006/relationships/tags" Target="../tags/tag29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tags" Target="../tags/tag29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99.xml"/><Relationship Id="rId4" Type="http://schemas.openxmlformats.org/officeDocument/2006/relationships/tags" Target="../tags/tag29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0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08.xml"/><Relationship Id="rId4" Type="http://schemas.openxmlformats.org/officeDocument/2006/relationships/tags" Target="../tags/tag30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17.xml"/><Relationship Id="rId4" Type="http://schemas.openxmlformats.org/officeDocument/2006/relationships/tags" Target="../tags/tag3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3.xml"/><Relationship Id="rId1" Type="http://schemas.openxmlformats.org/officeDocument/2006/relationships/tags" Target="../tags/tag3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29.xml"/><Relationship Id="rId4" Type="http://schemas.openxmlformats.org/officeDocument/2006/relationships/tags" Target="../tags/tag3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34.xml"/><Relationship Id="rId4" Type="http://schemas.openxmlformats.org/officeDocument/2006/relationships/tags" Target="../tags/tag3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39.xml"/><Relationship Id="rId4" Type="http://schemas.openxmlformats.org/officeDocument/2006/relationships/tags" Target="../tags/tag33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44.xml"/><Relationship Id="rId4" Type="http://schemas.openxmlformats.org/officeDocument/2006/relationships/tags" Target="../tags/tag34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tags" Target="../tags/tag345.xml"/><Relationship Id="rId6" Type="http://schemas.openxmlformats.org/officeDocument/2006/relationships/image" Target="../media/image22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4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351.xml"/><Relationship Id="rId2" Type="http://schemas.openxmlformats.org/officeDocument/2006/relationships/tags" Target="../tags/tag350.xml"/><Relationship Id="rId1" Type="http://schemas.openxmlformats.org/officeDocument/2006/relationships/tags" Target="../tags/tag34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5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904103" y="638475"/>
            <a:ext cx="9421083" cy="2331720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6000" b="1" dirty="0">
                <a:solidFill>
                  <a:schemeClr val="accent1">
                    <a:lumMod val="75000"/>
                  </a:schemeClr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Writing for CET-4</a:t>
            </a:r>
          </a:p>
        </p:txBody>
      </p:sp>
      <p:sp>
        <p:nvSpPr>
          <p:cNvPr id="4" name="文本占位符 1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986803" y="3722407"/>
            <a:ext cx="8339043" cy="402590"/>
          </a:xfrm>
        </p:spPr>
        <p:txBody>
          <a:bodyPr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0" dirty="0">
                <a:solidFill>
                  <a:schemeClr val="tx1"/>
                </a:solidFill>
                <a:uFillTx/>
                <a:latin typeface="Times New Roman" panose="02020503050405090304" charset="0"/>
                <a:cs typeface="Times New Roman" panose="02020503050405090304" charset="0"/>
                <a:sym typeface="+mn-ea"/>
              </a:rPr>
              <a:t>Tips and Techniques for Effective Exam Writing</a:t>
            </a:r>
            <a:endParaRPr lang="zh-CN" altLang="en-US" sz="3200" spc="0" dirty="0">
              <a:solidFill>
                <a:schemeClr val="tx1"/>
              </a:solidFill>
              <a:uFillTx/>
              <a:latin typeface="Times New Roman" panose="02020503050405090304" charset="0"/>
              <a:ea typeface="汉仪雅酷黑简" panose="00020600040101010101" pitchFamily="18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8031B30-AA2E-42F3-8019-7183C112C9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741196" y="303583"/>
            <a:ext cx="5772150" cy="1249793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900" b="1" spc="230" dirty="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Objectives</a:t>
            </a:r>
          </a:p>
        </p:txBody>
      </p:sp>
      <p:sp>
        <p:nvSpPr>
          <p:cNvPr id="11" name="Title 6"/>
          <p:cNvSpPr txBox="1"/>
          <p:nvPr>
            <p:custDataLst>
              <p:tags r:id="rId3"/>
            </p:custDataLst>
          </p:nvPr>
        </p:nvSpPr>
        <p:spPr>
          <a:xfrm>
            <a:off x="1409252" y="2076800"/>
            <a:ext cx="9714155" cy="408565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"/>
            </a:pPr>
            <a:r>
              <a:rPr lang="zh-CN" altLang="en-US" sz="2400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Understand CET-4 writing task types and requirements</a:t>
            </a:r>
          </a:p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"/>
            </a:pPr>
            <a:r>
              <a:rPr lang="zh-CN" altLang="en-US" sz="2400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Master essential essay structure and high-scoring expressions</a:t>
            </a:r>
          </a:p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"/>
            </a:pPr>
            <a:r>
              <a:rPr lang="zh-CN" altLang="en-US" sz="2400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Practice time-management skills for timed writing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666354" y="262198"/>
            <a:ext cx="5772150" cy="1249793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900" b="1" spc="230" dirty="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Objectives</a:t>
            </a:r>
          </a:p>
        </p:txBody>
      </p:sp>
      <p:sp>
        <p:nvSpPr>
          <p:cNvPr id="11" name="Title 6"/>
          <p:cNvSpPr txBox="1"/>
          <p:nvPr>
            <p:custDataLst>
              <p:tags r:id="rId3"/>
            </p:custDataLst>
          </p:nvPr>
        </p:nvSpPr>
        <p:spPr>
          <a:xfrm>
            <a:off x="1258645" y="1859279"/>
            <a:ext cx="9767943" cy="408565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"/>
            </a:pPr>
            <a:r>
              <a:rPr lang="zh-CN" altLang="en-US" sz="2400" b="1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Exam Relevance:</a:t>
            </a:r>
            <a:r>
              <a:rPr lang="zh-CN" altLang="en-US" sz="2400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CET-4 Writing Section is worth </a:t>
            </a:r>
            <a:r>
              <a:rPr lang="zh-CN" altLang="en-US" sz="2400" spc="12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15%</a:t>
            </a:r>
            <a:r>
              <a:rPr lang="zh-CN" altLang="en-US" sz="2400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of the total score, essential for passing and scoring high.</a:t>
            </a:r>
          </a:p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"/>
            </a:pPr>
            <a:r>
              <a:rPr lang="zh-CN" altLang="en-US" sz="2400" b="1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Purpose of This Lesson:</a:t>
            </a:r>
            <a:r>
              <a:rPr lang="zh-CN" altLang="en-US" sz="2400" spc="12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To help you structure, organize, and express ideas effectively in English.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8025" y="1901489"/>
            <a:ext cx="7922260" cy="117094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spc="0" dirty="0">
                <a:solidFill>
                  <a:schemeClr val="accent6">
                    <a:lumMod val="75000"/>
                  </a:schemeClr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Overview of Writing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88015" y="887104"/>
            <a:ext cx="9753676" cy="1219200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800" b="1" spc="20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Writing Task Types</a:t>
            </a:r>
          </a:p>
        </p:txBody>
      </p:sp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609600" y="2321560"/>
            <a:ext cx="10972800" cy="34671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6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Argumentative Essay: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Purpose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Present and defend a particular opinion on a given topic.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Structure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lang="zh-CN" altLang="en-US" sz="2400" u="sng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Introduction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with a thesis statement, </a:t>
            </a:r>
            <a:r>
              <a:rPr lang="zh-CN" altLang="en-US" sz="2400" u="sng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body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altLang="zh-CN"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paragraphs 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with supporting arguments and examples, and a </a:t>
            </a:r>
            <a:r>
              <a:rPr lang="zh-CN" altLang="en-US" sz="2400" u="sng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conclusion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summarizing the main point.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Example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uFillTx/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Should college students work part-time?</a:t>
            </a: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637540" y="2251075"/>
            <a:ext cx="10919460" cy="10160"/>
          </a:xfrm>
          <a:prstGeom prst="line">
            <a:avLst/>
          </a:prstGeom>
          <a:ln w="1270">
            <a:solidFill>
              <a:schemeClr val="accent1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88015" y="887104"/>
            <a:ext cx="9753676" cy="1219200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800" b="1" spc="20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Writing Task Types</a:t>
            </a:r>
          </a:p>
        </p:txBody>
      </p:sp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609600" y="2321560"/>
            <a:ext cx="10970260" cy="34671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6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Expository Essay:</a:t>
            </a: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Purpose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Explain or describe a topic, process, or concept without arguing a viewpoint.</a:t>
            </a: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Structure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sz="2400" u="sng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Introduction</a:t>
            </a:r>
            <a:r>
              <a:rPr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presenting the topic, </a:t>
            </a:r>
            <a:r>
              <a:rPr sz="2400" u="sng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body</a:t>
            </a:r>
            <a:r>
              <a:rPr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paragraphs detailing explanations or aspects, and a </a:t>
            </a:r>
            <a:r>
              <a:rPr sz="2400" u="sng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conclusion</a:t>
            </a:r>
            <a:r>
              <a:rPr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encapsulating (</a:t>
            </a:r>
            <a:r>
              <a:rPr sz="2400" spc="70" dirty="0" err="1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宋体" charset="0"/>
                <a:ea typeface="宋体" charset="0"/>
                <a:cs typeface="Times New Roman Regular" panose="02020503050405090304" charset="0"/>
              </a:rPr>
              <a:t>概括</a:t>
            </a:r>
            <a:r>
              <a:rPr sz="24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) the discussion.</a:t>
            </a: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Example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uFillTx/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The impact of technology on education.</a:t>
            </a: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637540" y="2251075"/>
            <a:ext cx="10919460" cy="10160"/>
          </a:xfrm>
          <a:prstGeom prst="line">
            <a:avLst/>
          </a:prstGeom>
          <a:ln w="1270">
            <a:solidFill>
              <a:schemeClr val="accent1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88015" y="887104"/>
            <a:ext cx="9753676" cy="1219200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800" b="1" spc="20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Writing Task Types</a:t>
            </a:r>
          </a:p>
        </p:txBody>
      </p:sp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609600" y="2321560"/>
            <a:ext cx="10972800" cy="34671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6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Problem-</a:t>
            </a:r>
            <a:r>
              <a:rPr altLang="zh-CN" sz="36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</a:t>
            </a:r>
            <a:r>
              <a:rPr lang="zh-CN" altLang="en-US" sz="36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olution Essay: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Purpose</a:t>
            </a:r>
            <a:r>
              <a:rPr lang="zh-CN" altLang="en-US" sz="2400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Identify a specific problem and propose solutions.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Structure</a:t>
            </a:r>
            <a:r>
              <a:rPr lang="zh-CN" altLang="en-US" sz="2400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sz="2400" u="sng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Introduction</a:t>
            </a:r>
            <a:r>
              <a:rPr sz="2400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stating the problem, </a:t>
            </a:r>
            <a:r>
              <a:rPr sz="2400" u="sng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body</a:t>
            </a:r>
            <a:r>
              <a:rPr sz="2400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paragraphs outlining possible solutions with explanations, and a </a:t>
            </a:r>
            <a:r>
              <a:rPr sz="2400" u="sng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conclusion</a:t>
            </a:r>
            <a:r>
              <a:rPr sz="2400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reinforcing the proposed solutions.</a:t>
            </a:r>
            <a:endParaRPr sz="2400" spc="70">
              <a:ln w="3175">
                <a:noFill/>
                <a:prstDash val="dash"/>
              </a:ln>
              <a:solidFill>
                <a:srgbClr val="FF0000"/>
              </a:solidFill>
              <a:uFillTx/>
              <a:ea typeface="汉仪雅酷黑简" panose="00020600040101010101" pitchFamily="18" charset="-122"/>
            </a:endParaRP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Example</a:t>
            </a:r>
            <a:r>
              <a:rPr lang="zh-CN" altLang="en-US" sz="2400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lang="zh-CN" altLang="en-US" sz="2400" i="1" spc="70">
                <a:ln w="3175">
                  <a:noFill/>
                  <a:prstDash val="dash"/>
                </a:ln>
                <a:solidFill>
                  <a:srgbClr val="7030A0"/>
                </a:solidFill>
                <a:uFillTx/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How to reduce waste on campus?</a:t>
            </a: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637540" y="2251075"/>
            <a:ext cx="10919460" cy="10160"/>
          </a:xfrm>
          <a:prstGeom prst="line">
            <a:avLst/>
          </a:prstGeom>
          <a:ln w="1270">
            <a:solidFill>
              <a:schemeClr val="accent1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88015" y="887104"/>
            <a:ext cx="9753676" cy="1219200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800" b="1" spc="20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Writing Task Types</a:t>
            </a:r>
          </a:p>
        </p:txBody>
      </p:sp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609600" y="2213609"/>
            <a:ext cx="10972800" cy="42087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6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Practical Writing: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Purpose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Communicate practical information in a formal or semi-formal manner.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Structure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sz="2400" spc="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Varies by type but generally includes </a:t>
            </a:r>
            <a:r>
              <a:rPr sz="2400" u="sng" spc="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a clear introduction, detailed content, and a polite closing.</a:t>
            </a:r>
            <a:endParaRPr sz="2400" u="sng" spc="70" dirty="0">
              <a:ln w="3175">
                <a:noFill/>
                <a:prstDash val="dash"/>
              </a:ln>
              <a:solidFill>
                <a:srgbClr val="FF0000"/>
              </a:solidFill>
              <a:uFillTx/>
              <a:ea typeface="汉仪雅酷黑简" panose="00020600040101010101" pitchFamily="18" charset="-122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4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Example</a:t>
            </a:r>
            <a:r>
              <a:rPr lang="zh-CN" altLang="en-US" sz="24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 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uFillTx/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Write a letter of application for a scholarship.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altLang="zh-CN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uFillTx/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                Write a proposal for organizing a community event.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altLang="zh-CN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               Write a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 </a:t>
            </a:r>
            <a:r>
              <a:rPr lang="en-US" altLang="zh-CN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summary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 </a:t>
            </a:r>
            <a:r>
              <a:rPr lang="en-US" altLang="zh-CN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of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 </a:t>
            </a:r>
            <a:r>
              <a:rPr lang="en-US" altLang="zh-CN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news,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 </a:t>
            </a:r>
            <a:r>
              <a:rPr lang="en-US" altLang="zh-CN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papers,</a:t>
            </a:r>
            <a:r>
              <a:rPr lang="zh-CN" altLang="en-US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 </a:t>
            </a:r>
            <a:r>
              <a:rPr lang="en-US" altLang="zh-CN" sz="2400" i="1" spc="70" dirty="0">
                <a:ln w="3175">
                  <a:noFill/>
                  <a:prstDash val="dash"/>
                </a:ln>
                <a:solidFill>
                  <a:srgbClr val="7030A0"/>
                </a:solidFill>
                <a:latin typeface="Times New Roman Italic" panose="02020503050405090304" charset="0"/>
                <a:ea typeface="汉仪雅酷黑简" panose="00020600040101010101" pitchFamily="18" charset="-122"/>
                <a:cs typeface="Times New Roman Italic" panose="02020503050405090304" charset="0"/>
              </a:rPr>
              <a:t>etc.</a:t>
            </a:r>
            <a:endParaRPr altLang="zh-CN" sz="2400" i="1" spc="70" dirty="0">
              <a:ln w="3175">
                <a:noFill/>
                <a:prstDash val="dash"/>
              </a:ln>
              <a:solidFill>
                <a:srgbClr val="7030A0"/>
              </a:solidFill>
              <a:uFillTx/>
              <a:latin typeface="Times New Roman Italic" panose="02020503050405090304" charset="0"/>
              <a:ea typeface="汉仪雅酷黑简" panose="00020600040101010101" pitchFamily="18" charset="-122"/>
              <a:cs typeface="Times New Roman Italic" panose="02020503050405090304" charset="0"/>
            </a:endParaRP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637540" y="2251075"/>
            <a:ext cx="10919460" cy="10160"/>
          </a:xfrm>
          <a:prstGeom prst="line">
            <a:avLst/>
          </a:prstGeom>
          <a:ln w="1270">
            <a:solidFill>
              <a:schemeClr val="accent1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E01AF8-726D-4360-A2D2-B7A957164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0"/>
            <a:ext cx="571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57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466E3A-212A-C75D-EB9F-E3A3439D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064" y="0"/>
            <a:ext cx="5623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3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6EC159-05AB-06A1-0381-DE0E0A93F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194" y="0"/>
            <a:ext cx="5649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2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FD7139F-503F-3655-B644-5B8F9DA6B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38" y="0"/>
            <a:ext cx="5864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73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FA619C1-969D-AC72-81AE-2A4F8F9C0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57" y="0"/>
            <a:ext cx="5878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8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10D7E02-9B91-E6A6-B786-CC833206A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659" y="0"/>
            <a:ext cx="5958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41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549644" y="1832469"/>
            <a:ext cx="11363028" cy="4499877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333829" y="1672533"/>
            <a:ext cx="11321142" cy="4408572"/>
          </a:xfrm>
          <a:prstGeom prst="rect">
            <a:avLst/>
          </a:prstGeom>
          <a:solidFill>
            <a:schemeClr val="lt1">
              <a:alpha val="51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4"/>
            </p:custDataLst>
          </p:nvPr>
        </p:nvSpPr>
        <p:spPr>
          <a:xfrm>
            <a:off x="568325" y="2072005"/>
            <a:ext cx="10852150" cy="3609975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WPS-Bullets" pitchFamily="2" charset="0"/>
              <a:buChar char=""/>
            </a:pPr>
            <a:r>
              <a:rPr lang="en-US" altLang="zh-CN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2400" b="1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Content</a:t>
            </a:r>
            <a:r>
              <a:rPr lang="zh-CN" altLang="en-US" sz="2400" b="1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</a:t>
            </a:r>
            <a:r>
              <a:rPr lang="zh-CN" altLang="en-US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Relevance to the topic, coverage of main points, and depth of argumentation.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WPS-Bullets" pitchFamily="2" charset="0"/>
              <a:buChar char=""/>
            </a:pPr>
            <a:r>
              <a:rPr lang="en-US" altLang="zh-CN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2400" b="1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Organization:</a:t>
            </a:r>
            <a:r>
              <a:rPr lang="zh-CN" altLang="en-US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Logical flow, clear structure (introduction, body, conclusion), and effective transitions.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WPS-Bullets" pitchFamily="2" charset="0"/>
              <a:buChar char=""/>
            </a:pPr>
            <a:r>
              <a:rPr lang="en-US" altLang="zh-CN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2400" b="1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Language Use:</a:t>
            </a:r>
            <a:r>
              <a:rPr lang="zh-CN" altLang="en-US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Grammar, vocabulary, and sentence structure accuracy; higher scores for varied and precise language.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WPS-Bullets" pitchFamily="2" charset="0"/>
              <a:buChar char=""/>
            </a:pPr>
            <a:r>
              <a:rPr lang="en-US" altLang="zh-CN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2400" b="1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Mechanics:</a:t>
            </a:r>
            <a:r>
              <a:rPr lang="zh-CN" altLang="en-US" sz="2400" spc="9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Spelling, punctuation, and adherence to formal writing conventions.</a:t>
            </a:r>
          </a:p>
        </p:txBody>
      </p:sp>
      <p:sp>
        <p:nvSpPr>
          <p:cNvPr id="94" name="文本框 93"/>
          <p:cNvSpPr txBox="1"/>
          <p:nvPr>
            <p:custDataLst>
              <p:tags r:id="rId5"/>
            </p:custDataLst>
          </p:nvPr>
        </p:nvSpPr>
        <p:spPr>
          <a:xfrm>
            <a:off x="549910" y="764540"/>
            <a:ext cx="9982200" cy="629920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500" b="1" spc="19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Scoring Criteria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26459" y="831030"/>
            <a:ext cx="8053107" cy="718072"/>
          </a:xfrm>
          <a:prstGeom prst="rect">
            <a:avLst/>
          </a:prstGeom>
          <a:noFill/>
        </p:spPr>
        <p:txBody>
          <a:bodyPr wrap="square" lIns="90170" tIns="46990" rIns="90170" bIns="46990" rtlCol="0" anchor="b">
            <a:normAutofit fontScale="85000" lnSpcReduction="20000"/>
          </a:bodyPr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 b="1" spc="160" dirty="0"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Time and</a:t>
            </a:r>
            <a:r>
              <a:rPr lang="en-US" altLang="zh-CN" sz="4000" b="1" spc="160" dirty="0"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 </a:t>
            </a:r>
            <a:r>
              <a:rPr lang="zh-CN" altLang="en-US" sz="4000" b="1" spc="160" dirty="0"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Length Requirements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312434" y="1549102"/>
            <a:ext cx="10010322" cy="4298172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800" b="1" spc="14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Time:</a:t>
            </a:r>
            <a:r>
              <a:rPr lang="zh-CN" altLang="en-US" sz="2800" spc="14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Students have </a:t>
            </a:r>
            <a:r>
              <a:rPr lang="zh-CN" altLang="en-US" sz="2800" b="1" spc="140" dirty="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30 minutes</a:t>
            </a:r>
            <a:r>
              <a:rPr lang="zh-CN" altLang="en-US" sz="2800" spc="14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to complete the writing task.</a:t>
            </a: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zh-CN" altLang="en-US" sz="2800" spc="140" dirty="0">
              <a:solidFill>
                <a:schemeClr val="dk1">
                  <a:lumMod val="75000"/>
                  <a:lumOff val="25000"/>
                </a:schemeClr>
              </a:solidFill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800" b="1" spc="14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Word Count:</a:t>
            </a:r>
            <a:r>
              <a:rPr lang="zh-CN" altLang="en-US" sz="2800" spc="14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Essays should be around </a:t>
            </a:r>
            <a:r>
              <a:rPr lang="zh-CN" altLang="en-US" sz="2800" b="1" spc="140" dirty="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120-180 words</a:t>
            </a:r>
            <a:r>
              <a:rPr lang="zh-CN" altLang="en-US" sz="2800" spc="140" dirty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; going significantly under or over this range may affect scores.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9417" y="2460887"/>
            <a:ext cx="7922260" cy="117094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spc="0" dirty="0">
                <a:solidFill>
                  <a:schemeClr val="accent6">
                    <a:lumMod val="7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Brainstorming and Structuring Ideas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283438" y="2720560"/>
            <a:ext cx="56916" cy="2614346"/>
            <a:chOff x="757242" y="1489086"/>
            <a:chExt cx="56916" cy="2614346"/>
          </a:xfrm>
        </p:grpSpPr>
        <p:cxnSp>
          <p:nvCxnSpPr>
            <p:cNvPr id="12" name="直接连接符 11"/>
            <p:cNvCxnSpPr/>
            <p:nvPr>
              <p:custDataLst>
                <p:tags r:id="rId6"/>
              </p:custDataLst>
            </p:nvPr>
          </p:nvCxnSpPr>
          <p:spPr>
            <a:xfrm>
              <a:off x="785700" y="1489086"/>
              <a:ext cx="0" cy="1798094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757242" y="3628525"/>
              <a:ext cx="56916" cy="474907"/>
              <a:chOff x="1381783" y="1849459"/>
              <a:chExt cx="56916" cy="474907"/>
            </a:xfrm>
          </p:grpSpPr>
          <p:grpSp>
            <p:nvGrpSpPr>
              <p:cNvPr id="14" name="组合 13"/>
              <p:cNvGrpSpPr/>
              <p:nvPr/>
            </p:nvGrpSpPr>
            <p:grpSpPr>
              <a:xfrm flipV="1">
                <a:off x="1381783" y="2267450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15" name="直接连接符 14"/>
                <p:cNvCxnSpPr/>
                <p:nvPr>
                  <p:custDataLst>
                    <p:tags r:id="rId11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>
                  <p:custDataLst>
                    <p:tags r:id="rId12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组合 16"/>
              <p:cNvGrpSpPr/>
              <p:nvPr/>
            </p:nvGrpSpPr>
            <p:grpSpPr>
              <a:xfrm flipV="1">
                <a:off x="1381783" y="2060415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18" name="直接连接符 17"/>
                <p:cNvCxnSpPr/>
                <p:nvPr>
                  <p:custDataLst>
                    <p:tags r:id="rId9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>
                  <p:custDataLst>
                    <p:tags r:id="rId10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组合 19"/>
              <p:cNvGrpSpPr/>
              <p:nvPr/>
            </p:nvGrpSpPr>
            <p:grpSpPr>
              <a:xfrm flipV="1">
                <a:off x="1381783" y="1849459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21" name="直接连接符 20"/>
                <p:cNvCxnSpPr/>
                <p:nvPr>
                  <p:custDataLst>
                    <p:tags r:id="rId7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>
                  <p:custDataLst>
                    <p:tags r:id="rId8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2" name="矩形: 圆角 1128"/>
          <p:cNvSpPr/>
          <p:nvPr>
            <p:custDataLst>
              <p:tags r:id="rId3"/>
            </p:custDataLst>
          </p:nvPr>
        </p:nvSpPr>
        <p:spPr>
          <a:xfrm>
            <a:off x="609552" y="1828815"/>
            <a:ext cx="10972888" cy="4419710"/>
          </a:xfrm>
          <a:prstGeom prst="roundRect">
            <a:avLst>
              <a:gd name="adj" fmla="val 4386"/>
            </a:avLst>
          </a:prstGeom>
          <a:solidFill>
            <a:schemeClr val="lt1"/>
          </a:solidFill>
          <a:ln w="12700">
            <a:solidFill>
              <a:schemeClr val="accent1">
                <a:alpha val="50000"/>
              </a:schemeClr>
            </a:solidFill>
          </a:ln>
          <a:effectLst>
            <a:outerShdw blurRad="50800" dist="762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609600" y="609486"/>
            <a:ext cx="8686864" cy="917346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b="1" spc="12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Step 1: Brainstorming Key Points</a:t>
            </a:r>
          </a:p>
        </p:txBody>
      </p:sp>
      <p:sp>
        <p:nvSpPr>
          <p:cNvPr id="25" name="Title 6"/>
          <p:cNvSpPr txBox="1"/>
          <p:nvPr>
            <p:custDataLst>
              <p:tags r:id="rId5"/>
            </p:custDataLst>
          </p:nvPr>
        </p:nvSpPr>
        <p:spPr>
          <a:xfrm>
            <a:off x="1219162" y="2286018"/>
            <a:ext cx="9753676" cy="35053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95000"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200" b="1" spc="9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Phenomenon Description</a:t>
            </a:r>
            <a:r>
              <a:rPr lang="zh-CN" altLang="en-US" sz="3200" b="1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  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“What is the phenomenon I need to describe?”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“How does this phenomenon affect our lives or society?”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“What are the possible causes or consequences of this phenomenon?”</a:t>
            </a: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zh-CN" altLang="en-US" sz="2000" spc="9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22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Example:</a:t>
            </a:r>
            <a:r>
              <a:rPr lang="zh-CN" altLang="en-US" sz="222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汉仪雅酷黑简" panose="00020600040101010101" pitchFamily="18" charset="-122"/>
                <a:ea typeface="汉仪雅酷黑简" panose="00020600040101010101" pitchFamily="18" charset="-122"/>
                <a:cs typeface="汉仪雅酷黑简" panose="00020600040101010101" pitchFamily="18" charset="-122"/>
              </a:rPr>
              <a:t> 如果题目是描述某一社会现象，如“手机成瘾”，可列出该现象的定义、原因（如科技进步、社交需求）及其对个人和社会的影响。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283438" y="2720560"/>
            <a:ext cx="56916" cy="2614346"/>
            <a:chOff x="757242" y="1489086"/>
            <a:chExt cx="56916" cy="2614346"/>
          </a:xfrm>
        </p:grpSpPr>
        <p:cxnSp>
          <p:nvCxnSpPr>
            <p:cNvPr id="12" name="直接连接符 11"/>
            <p:cNvCxnSpPr/>
            <p:nvPr>
              <p:custDataLst>
                <p:tags r:id="rId6"/>
              </p:custDataLst>
            </p:nvPr>
          </p:nvCxnSpPr>
          <p:spPr>
            <a:xfrm>
              <a:off x="785700" y="1489086"/>
              <a:ext cx="0" cy="1798094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757242" y="3628525"/>
              <a:ext cx="56916" cy="474907"/>
              <a:chOff x="1381783" y="1849459"/>
              <a:chExt cx="56916" cy="474907"/>
            </a:xfrm>
          </p:grpSpPr>
          <p:grpSp>
            <p:nvGrpSpPr>
              <p:cNvPr id="14" name="组合 13"/>
              <p:cNvGrpSpPr/>
              <p:nvPr/>
            </p:nvGrpSpPr>
            <p:grpSpPr>
              <a:xfrm flipV="1">
                <a:off x="1381783" y="2267450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15" name="直接连接符 14"/>
                <p:cNvCxnSpPr/>
                <p:nvPr>
                  <p:custDataLst>
                    <p:tags r:id="rId11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>
                  <p:custDataLst>
                    <p:tags r:id="rId12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组合 16"/>
              <p:cNvGrpSpPr/>
              <p:nvPr/>
            </p:nvGrpSpPr>
            <p:grpSpPr>
              <a:xfrm flipV="1">
                <a:off x="1381783" y="2060415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18" name="直接连接符 17"/>
                <p:cNvCxnSpPr/>
                <p:nvPr>
                  <p:custDataLst>
                    <p:tags r:id="rId9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>
                  <p:custDataLst>
                    <p:tags r:id="rId10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组合 19"/>
              <p:cNvGrpSpPr/>
              <p:nvPr/>
            </p:nvGrpSpPr>
            <p:grpSpPr>
              <a:xfrm flipV="1">
                <a:off x="1381783" y="1849459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21" name="直接连接符 20"/>
                <p:cNvCxnSpPr/>
                <p:nvPr>
                  <p:custDataLst>
                    <p:tags r:id="rId7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>
                  <p:custDataLst>
                    <p:tags r:id="rId8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2" name="矩形: 圆角 1128"/>
          <p:cNvSpPr/>
          <p:nvPr>
            <p:custDataLst>
              <p:tags r:id="rId3"/>
            </p:custDataLst>
          </p:nvPr>
        </p:nvSpPr>
        <p:spPr>
          <a:xfrm>
            <a:off x="609552" y="1828815"/>
            <a:ext cx="10972888" cy="4419710"/>
          </a:xfrm>
          <a:prstGeom prst="roundRect">
            <a:avLst>
              <a:gd name="adj" fmla="val 4386"/>
            </a:avLst>
          </a:prstGeom>
          <a:solidFill>
            <a:schemeClr val="lt1"/>
          </a:solidFill>
          <a:ln w="12700">
            <a:solidFill>
              <a:schemeClr val="accent1">
                <a:alpha val="50000"/>
              </a:schemeClr>
            </a:solidFill>
          </a:ln>
          <a:effectLst>
            <a:outerShdw blurRad="50800" dist="762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609600" y="609486"/>
            <a:ext cx="8686864" cy="917346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b="1" spc="12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Step 1: Brainstorming Key Points</a:t>
            </a:r>
          </a:p>
        </p:txBody>
      </p:sp>
      <p:sp>
        <p:nvSpPr>
          <p:cNvPr id="25" name="Title 6"/>
          <p:cNvSpPr txBox="1"/>
          <p:nvPr>
            <p:custDataLst>
              <p:tags r:id="rId5"/>
            </p:custDataLst>
          </p:nvPr>
        </p:nvSpPr>
        <p:spPr>
          <a:xfrm>
            <a:off x="1219162" y="2286018"/>
            <a:ext cx="9753676" cy="35053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95000"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200" b="1" spc="9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Problem-Solution</a:t>
            </a:r>
            <a:r>
              <a:rPr lang="zh-CN" altLang="en-US" sz="3200" b="1" spc="9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   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“What specific problem is being addressed?”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“What are the main causes of this problem?”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“How to effectively address it?”</a:t>
            </a: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zh-CN" altLang="en-US" sz="2000" spc="9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220" spc="9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Example:</a:t>
            </a:r>
            <a:r>
              <a:rPr lang="zh-CN" altLang="en-US" sz="2220" spc="9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汉仪雅酷黑简" panose="00020600040101010101" pitchFamily="18" charset="-122"/>
                <a:ea typeface="汉仪雅酷黑简" panose="00020600040101010101" pitchFamily="18" charset="-122"/>
                <a:cs typeface="汉仪雅酷黑简" panose="00020600040101010101" pitchFamily="18" charset="-122"/>
              </a:rPr>
              <a:t> 例如校园垃圾问题，学生可以列出成因（如缺乏环保意识、校园垃圾分类设施不完善）和具体解决方案（增加垃圾桶、开展环保宣传活动）。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283438" y="2720560"/>
            <a:ext cx="56916" cy="2614346"/>
            <a:chOff x="757242" y="1489086"/>
            <a:chExt cx="56916" cy="2614346"/>
          </a:xfrm>
        </p:grpSpPr>
        <p:cxnSp>
          <p:nvCxnSpPr>
            <p:cNvPr id="12" name="直接连接符 11"/>
            <p:cNvCxnSpPr/>
            <p:nvPr>
              <p:custDataLst>
                <p:tags r:id="rId6"/>
              </p:custDataLst>
            </p:nvPr>
          </p:nvCxnSpPr>
          <p:spPr>
            <a:xfrm>
              <a:off x="785700" y="1489086"/>
              <a:ext cx="0" cy="1798094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757242" y="3628525"/>
              <a:ext cx="56916" cy="474907"/>
              <a:chOff x="1381783" y="1849459"/>
              <a:chExt cx="56916" cy="474907"/>
            </a:xfrm>
          </p:grpSpPr>
          <p:grpSp>
            <p:nvGrpSpPr>
              <p:cNvPr id="14" name="组合 13"/>
              <p:cNvGrpSpPr/>
              <p:nvPr/>
            </p:nvGrpSpPr>
            <p:grpSpPr>
              <a:xfrm flipV="1">
                <a:off x="1381783" y="2267450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15" name="直接连接符 14"/>
                <p:cNvCxnSpPr/>
                <p:nvPr>
                  <p:custDataLst>
                    <p:tags r:id="rId11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>
                  <p:custDataLst>
                    <p:tags r:id="rId12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组合 16"/>
              <p:cNvGrpSpPr/>
              <p:nvPr/>
            </p:nvGrpSpPr>
            <p:grpSpPr>
              <a:xfrm flipV="1">
                <a:off x="1381783" y="2060415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18" name="直接连接符 17"/>
                <p:cNvCxnSpPr/>
                <p:nvPr>
                  <p:custDataLst>
                    <p:tags r:id="rId9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>
                  <p:custDataLst>
                    <p:tags r:id="rId10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组合 19"/>
              <p:cNvGrpSpPr/>
              <p:nvPr/>
            </p:nvGrpSpPr>
            <p:grpSpPr>
              <a:xfrm flipV="1">
                <a:off x="1381783" y="1849459"/>
                <a:ext cx="56916" cy="56916"/>
                <a:chOff x="1988060" y="1995066"/>
                <a:chExt cx="108922" cy="108922"/>
              </a:xfrm>
            </p:grpSpPr>
            <p:cxnSp>
              <p:nvCxnSpPr>
                <p:cNvPr id="21" name="直接连接符 20"/>
                <p:cNvCxnSpPr/>
                <p:nvPr>
                  <p:custDataLst>
                    <p:tags r:id="rId7"/>
                  </p:custDataLst>
                </p:nvPr>
              </p:nvCxnSpPr>
              <p:spPr>
                <a:xfrm>
                  <a:off x="2042521" y="1995066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>
                  <p:custDataLst>
                    <p:tags r:id="rId8"/>
                  </p:custDataLst>
                </p:nvPr>
              </p:nvCxnSpPr>
              <p:spPr>
                <a:xfrm rot="16200000">
                  <a:off x="2042521" y="1995067"/>
                  <a:ext cx="0" cy="108922"/>
                </a:xfrm>
                <a:prstGeom prst="line">
                  <a:avLst/>
                </a:prstGeom>
                <a:ln>
                  <a:solidFill>
                    <a:schemeClr val="accent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2" name="矩形: 圆角 1128"/>
          <p:cNvSpPr/>
          <p:nvPr>
            <p:custDataLst>
              <p:tags r:id="rId3"/>
            </p:custDataLst>
          </p:nvPr>
        </p:nvSpPr>
        <p:spPr>
          <a:xfrm>
            <a:off x="609552" y="1828815"/>
            <a:ext cx="10972888" cy="4419710"/>
          </a:xfrm>
          <a:prstGeom prst="roundRect">
            <a:avLst>
              <a:gd name="adj" fmla="val 4386"/>
            </a:avLst>
          </a:prstGeom>
          <a:solidFill>
            <a:schemeClr val="lt1"/>
          </a:solidFill>
          <a:ln w="12700">
            <a:solidFill>
              <a:schemeClr val="accent1">
                <a:alpha val="50000"/>
              </a:schemeClr>
            </a:solidFill>
          </a:ln>
          <a:effectLst>
            <a:outerShdw blurRad="50800" dist="762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609600" y="609486"/>
            <a:ext cx="8686864" cy="917346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b="1" spc="12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Step 1: Brainstorming Key Points</a:t>
            </a:r>
          </a:p>
        </p:txBody>
      </p:sp>
      <p:sp>
        <p:nvSpPr>
          <p:cNvPr id="25" name="Title 6"/>
          <p:cNvSpPr txBox="1"/>
          <p:nvPr>
            <p:custDataLst>
              <p:tags r:id="rId5"/>
            </p:custDataLst>
          </p:nvPr>
        </p:nvSpPr>
        <p:spPr>
          <a:xfrm>
            <a:off x="1219162" y="2286018"/>
            <a:ext cx="9753676" cy="35053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90000"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200" b="1" spc="9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Opinion Expression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“What is my stance on the topic?”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“Why do I hold this opinion? What supporting points can I provide?”</a:t>
            </a:r>
          </a:p>
          <a:p>
            <a:pPr marL="317500" lvl="0" indent="-3175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“Are there any potential counterarguments or limitations?”</a:t>
            </a: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zh-CN" altLang="en-US" sz="2000" spc="9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22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Example:</a:t>
            </a:r>
            <a:r>
              <a:rPr lang="zh-CN" altLang="en-US" sz="2220" spc="9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汉仪雅酷黑简" panose="00020600040101010101" pitchFamily="18" charset="-122"/>
                <a:ea typeface="汉仪雅酷黑简" panose="00020600040101010101" pitchFamily="18" charset="-122"/>
                <a:cs typeface="汉仪雅酷黑简" panose="00020600040101010101" pitchFamily="18" charset="-122"/>
              </a:rPr>
              <a:t> 对于“大学生兼职是否有益”这一题目，学生可以列出自己支持或反对的理由，如支持的原因包括增加社会经验、提高沟通能力等，或反对的原因如分散学习精力等。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11"/>
          <p:cNvSpPr/>
          <p:nvPr>
            <p:custDataLst>
              <p:tags r:id="rId2"/>
            </p:custDataLst>
          </p:nvPr>
        </p:nvSpPr>
        <p:spPr>
          <a:xfrm>
            <a:off x="707390" y="-12700"/>
            <a:ext cx="11163300" cy="6858000"/>
          </a:xfrm>
          <a:custGeom>
            <a:avLst/>
            <a:gdLst>
              <a:gd name="connsiteX0" fmla="*/ 1391964 w 11162996"/>
              <a:gd name="connsiteY0" fmla="*/ 0 h 6841459"/>
              <a:gd name="connsiteX1" fmla="*/ 9771032 w 11162996"/>
              <a:gd name="connsiteY1" fmla="*/ 0 h 6841459"/>
              <a:gd name="connsiteX2" fmla="*/ 9888453 w 11162996"/>
              <a:gd name="connsiteY2" fmla="*/ 135555 h 6841459"/>
              <a:gd name="connsiteX3" fmla="*/ 11162996 w 11162996"/>
              <a:gd name="connsiteY3" fmla="*/ 3685906 h 6841459"/>
              <a:gd name="connsiteX4" fmla="*/ 10209764 w 11162996"/>
              <a:gd name="connsiteY4" fmla="*/ 6806575 h 6841459"/>
              <a:gd name="connsiteX5" fmla="*/ 10184957 w 11162996"/>
              <a:gd name="connsiteY5" fmla="*/ 6841459 h 6841459"/>
              <a:gd name="connsiteX6" fmla="*/ 978039 w 11162996"/>
              <a:gd name="connsiteY6" fmla="*/ 6841459 h 6841459"/>
              <a:gd name="connsiteX7" fmla="*/ 953232 w 11162996"/>
              <a:gd name="connsiteY7" fmla="*/ 6806575 h 6841459"/>
              <a:gd name="connsiteX8" fmla="*/ 0 w 11162996"/>
              <a:gd name="connsiteY8" fmla="*/ 3685906 h 6841459"/>
              <a:gd name="connsiteX9" fmla="*/ 1274543 w 11162996"/>
              <a:gd name="connsiteY9" fmla="*/ 135555 h 684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162996" h="6841459">
                <a:moveTo>
                  <a:pt x="1391964" y="0"/>
                </a:moveTo>
                <a:lnTo>
                  <a:pt x="9771032" y="0"/>
                </a:lnTo>
                <a:lnTo>
                  <a:pt x="9888453" y="135555"/>
                </a:lnTo>
                <a:cubicBezTo>
                  <a:pt x="10684687" y="1100367"/>
                  <a:pt x="11162996" y="2337279"/>
                  <a:pt x="11162996" y="3685906"/>
                </a:cubicBezTo>
                <a:cubicBezTo>
                  <a:pt x="11162996" y="4841872"/>
                  <a:pt x="10811585" y="5915762"/>
                  <a:pt x="10209764" y="6806575"/>
                </a:cubicBezTo>
                <a:lnTo>
                  <a:pt x="10184957" y="6841459"/>
                </a:lnTo>
                <a:lnTo>
                  <a:pt x="978039" y="6841459"/>
                </a:lnTo>
                <a:lnTo>
                  <a:pt x="953232" y="6806575"/>
                </a:lnTo>
                <a:cubicBezTo>
                  <a:pt x="351411" y="5915762"/>
                  <a:pt x="0" y="4841872"/>
                  <a:pt x="0" y="3685906"/>
                </a:cubicBezTo>
                <a:cubicBezTo>
                  <a:pt x="0" y="2337279"/>
                  <a:pt x="478309" y="1100367"/>
                  <a:pt x="1274543" y="13555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37" name="矩形 36"/>
          <p:cNvSpPr/>
          <p:nvPr>
            <p:custDataLst>
              <p:tags r:id="rId3"/>
            </p:custDataLst>
          </p:nvPr>
        </p:nvSpPr>
        <p:spPr>
          <a:xfrm>
            <a:off x="2690368" y="1112496"/>
            <a:ext cx="681127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86858" y="-15"/>
            <a:ext cx="9144064" cy="115824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Step 2: Structuring the Three-</a:t>
            </a:r>
            <a:r>
              <a:rPr lang="en-US" altLang="zh-CN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</a:t>
            </a:r>
            <a:r>
              <a:rPr lang="zh-CN" altLang="en-US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aragraph Essay</a:t>
            </a:r>
          </a:p>
        </p:txBody>
      </p:sp>
      <p:sp>
        <p:nvSpPr>
          <p:cNvPr id="15" name="Title 6"/>
          <p:cNvSpPr txBox="1"/>
          <p:nvPr>
            <p:custDataLst>
              <p:tags r:id="rId5"/>
            </p:custDataLst>
          </p:nvPr>
        </p:nvSpPr>
        <p:spPr>
          <a:xfrm>
            <a:off x="1508125" y="1626870"/>
            <a:ext cx="9423400" cy="419417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ctr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4000" b="1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Introduction</a:t>
            </a:r>
            <a:r>
              <a:rPr lang="zh-CN" altLang="en-US" sz="40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16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</a:p>
          <a:p>
            <a:pPr marL="292100" lvl="0" indent="-2921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Focus:</a:t>
            </a:r>
            <a:r>
              <a:rPr lang="zh-CN" altLang="en-US" sz="20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引出主题并简要概括核心观点。</a:t>
            </a:r>
          </a:p>
          <a:p>
            <a:pPr marL="292100" lvl="0" indent="-2921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Key Tips:</a:t>
            </a:r>
            <a:r>
              <a:rPr altLang="zh-CN" sz="20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20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用1-2句话简洁引出话题，并以概括性的语言表明文章方向。</a:t>
            </a:r>
          </a:p>
          <a:p>
            <a:pPr marL="558800" lvl="2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Example</a:t>
            </a:r>
            <a:r>
              <a:rPr lang="en-US" altLang="zh-CN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Prompts</a:t>
            </a: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</a:t>
            </a:r>
          </a:p>
          <a:p>
            <a:pPr marL="558800" lvl="2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</a:t>
            </a: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What is the main topic, and why is it relevant?</a:t>
            </a:r>
            <a:r>
              <a:rPr lang="en-US" altLang="zh-CN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”</a:t>
            </a:r>
            <a:endParaRPr lang="zh-CN" altLang="en-US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marL="558800" lvl="2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</a:t>
            </a: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How can I briefly introduce my stance or the problem?</a:t>
            </a:r>
            <a:r>
              <a:rPr lang="en-US" altLang="zh-CN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09600" y="1327785"/>
            <a:ext cx="10972800" cy="532320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1066800" y="375920"/>
            <a:ext cx="10210800" cy="71882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20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Writing a Strong Introduction</a:t>
            </a:r>
          </a:p>
        </p:txBody>
      </p:sp>
      <p:sp>
        <p:nvSpPr>
          <p:cNvPr id="18" name="Title 6"/>
          <p:cNvSpPr txBox="1"/>
          <p:nvPr>
            <p:custDataLst>
              <p:tags r:id="rId4"/>
            </p:custDataLst>
          </p:nvPr>
        </p:nvSpPr>
        <p:spPr>
          <a:xfrm>
            <a:off x="914362" y="2218946"/>
            <a:ext cx="10363276" cy="351133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altLang="zh-CN" sz="24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1. </a:t>
            </a:r>
            <a:r>
              <a:rPr lang="zh-CN" altLang="en-US" sz="24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Hook the Reader  </a:t>
            </a:r>
          </a:p>
          <a:p>
            <a:pPr marL="254000" lvl="1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- 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Start with an engaging sentence: a question, a relevant quote, or an interesting fact.</a:t>
            </a:r>
          </a:p>
          <a:p>
            <a:pPr marL="254000" lvl="1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- 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Example: </a:t>
            </a: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With the rapid rise of remote work, the debate on career choices has intensified.</a:t>
            </a: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”</a:t>
            </a:r>
            <a:endParaRPr lang="zh-CN" altLang="en-US" sz="20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altLang="zh-CN" sz="24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2. </a:t>
            </a:r>
            <a:r>
              <a:rPr lang="zh-CN" altLang="en-US" sz="24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Introduce the Topic  </a:t>
            </a:r>
          </a:p>
          <a:p>
            <a:pPr marL="254000" lvl="1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- 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Provide context for the topic without giving away too much detail.</a:t>
            </a:r>
          </a:p>
          <a:p>
            <a:pPr marL="254000" lvl="1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- 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Mention both sides briefly (e.g., pursuing passion vs. financial stability).</a:t>
            </a:r>
          </a:p>
          <a:p>
            <a:pPr lvl="0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altLang="zh-CN" sz="24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3. </a:t>
            </a:r>
            <a:r>
              <a:rPr lang="zh-CN" altLang="en-US" sz="24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Present Your Thesis Statement  </a:t>
            </a:r>
          </a:p>
          <a:p>
            <a:pPr marL="254000" lvl="1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- 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Clearly state your main argument.</a:t>
            </a:r>
          </a:p>
          <a:p>
            <a:pPr marL="254000" lvl="1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- 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Example Thesis: </a:t>
            </a: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“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While financial stability is essential, pursuing a career based on passion ultimately leads to greater fulfillment.</a:t>
            </a: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11"/>
          <p:cNvSpPr/>
          <p:nvPr>
            <p:custDataLst>
              <p:tags r:id="rId2"/>
            </p:custDataLst>
          </p:nvPr>
        </p:nvSpPr>
        <p:spPr>
          <a:xfrm>
            <a:off x="707390" y="-12700"/>
            <a:ext cx="11163300" cy="6858000"/>
          </a:xfrm>
          <a:custGeom>
            <a:avLst/>
            <a:gdLst>
              <a:gd name="connsiteX0" fmla="*/ 1391964 w 11162996"/>
              <a:gd name="connsiteY0" fmla="*/ 0 h 6841459"/>
              <a:gd name="connsiteX1" fmla="*/ 9771032 w 11162996"/>
              <a:gd name="connsiteY1" fmla="*/ 0 h 6841459"/>
              <a:gd name="connsiteX2" fmla="*/ 9888453 w 11162996"/>
              <a:gd name="connsiteY2" fmla="*/ 135555 h 6841459"/>
              <a:gd name="connsiteX3" fmla="*/ 11162996 w 11162996"/>
              <a:gd name="connsiteY3" fmla="*/ 3685906 h 6841459"/>
              <a:gd name="connsiteX4" fmla="*/ 10209764 w 11162996"/>
              <a:gd name="connsiteY4" fmla="*/ 6806575 h 6841459"/>
              <a:gd name="connsiteX5" fmla="*/ 10184957 w 11162996"/>
              <a:gd name="connsiteY5" fmla="*/ 6841459 h 6841459"/>
              <a:gd name="connsiteX6" fmla="*/ 978039 w 11162996"/>
              <a:gd name="connsiteY6" fmla="*/ 6841459 h 6841459"/>
              <a:gd name="connsiteX7" fmla="*/ 953232 w 11162996"/>
              <a:gd name="connsiteY7" fmla="*/ 6806575 h 6841459"/>
              <a:gd name="connsiteX8" fmla="*/ 0 w 11162996"/>
              <a:gd name="connsiteY8" fmla="*/ 3685906 h 6841459"/>
              <a:gd name="connsiteX9" fmla="*/ 1274543 w 11162996"/>
              <a:gd name="connsiteY9" fmla="*/ 135555 h 684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162996" h="6841459">
                <a:moveTo>
                  <a:pt x="1391964" y="0"/>
                </a:moveTo>
                <a:lnTo>
                  <a:pt x="9771032" y="0"/>
                </a:lnTo>
                <a:lnTo>
                  <a:pt x="9888453" y="135555"/>
                </a:lnTo>
                <a:cubicBezTo>
                  <a:pt x="10684687" y="1100367"/>
                  <a:pt x="11162996" y="2337279"/>
                  <a:pt x="11162996" y="3685906"/>
                </a:cubicBezTo>
                <a:cubicBezTo>
                  <a:pt x="11162996" y="4841872"/>
                  <a:pt x="10811585" y="5915762"/>
                  <a:pt x="10209764" y="6806575"/>
                </a:cubicBezTo>
                <a:lnTo>
                  <a:pt x="10184957" y="6841459"/>
                </a:lnTo>
                <a:lnTo>
                  <a:pt x="978039" y="6841459"/>
                </a:lnTo>
                <a:lnTo>
                  <a:pt x="953232" y="6806575"/>
                </a:lnTo>
                <a:cubicBezTo>
                  <a:pt x="351411" y="5915762"/>
                  <a:pt x="0" y="4841872"/>
                  <a:pt x="0" y="3685906"/>
                </a:cubicBezTo>
                <a:cubicBezTo>
                  <a:pt x="0" y="2337279"/>
                  <a:pt x="478309" y="1100367"/>
                  <a:pt x="1274543" y="13555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37" name="矩形 36"/>
          <p:cNvSpPr/>
          <p:nvPr>
            <p:custDataLst>
              <p:tags r:id="rId3"/>
            </p:custDataLst>
          </p:nvPr>
        </p:nvSpPr>
        <p:spPr>
          <a:xfrm>
            <a:off x="2782443" y="1184251"/>
            <a:ext cx="681127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86858" y="-15"/>
            <a:ext cx="9144064" cy="115824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Step 2: Structuring the Three-</a:t>
            </a:r>
            <a:r>
              <a:rPr lang="en-US" altLang="zh-CN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</a:t>
            </a:r>
            <a:r>
              <a:rPr lang="zh-CN" altLang="en-US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aragraph Essay</a:t>
            </a:r>
          </a:p>
        </p:txBody>
      </p:sp>
      <p:sp>
        <p:nvSpPr>
          <p:cNvPr id="15" name="Title 6"/>
          <p:cNvSpPr txBox="1"/>
          <p:nvPr>
            <p:custDataLst>
              <p:tags r:id="rId5"/>
            </p:custDataLst>
          </p:nvPr>
        </p:nvSpPr>
        <p:spPr>
          <a:xfrm>
            <a:off x="1588770" y="1256030"/>
            <a:ext cx="10020300" cy="419417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ctr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600" b="1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Body</a:t>
            </a:r>
            <a:r>
              <a:rPr lang="zh-CN" altLang="en-US" sz="3600" spc="7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16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</a:p>
          <a:p>
            <a:pPr marL="292100" lvl="0" indent="-2921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Focus:</a:t>
            </a:r>
            <a:r>
              <a:rPr lang="zh-CN" altLang="en-US" sz="20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通过主要论点、现象描述或解决方案进行详细说明。</a:t>
            </a:r>
          </a:p>
          <a:p>
            <a:pPr marL="292100" lvl="0" indent="-2921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Structure:</a:t>
            </a:r>
            <a:r>
              <a:rPr altLang="zh-CN" sz="2000" b="1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 </a:t>
            </a:r>
            <a:r>
              <a:rPr altLang="zh-CN" sz="18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For Phenomenon Description: </a:t>
            </a:r>
            <a:r>
              <a:rPr altLang="zh-CN" sz="1800" spc="70" dirty="0" err="1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描述该现象的原因和影响</a:t>
            </a:r>
            <a:r>
              <a:rPr altLang="zh-CN" sz="1800" spc="7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。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                  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For Problem-Solution: 先简要概括问题，再列出1-2个具体解决方案。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                  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For Opinion Expression: 提出并解释支持或反对的理由。</a:t>
            </a:r>
          </a:p>
          <a:p>
            <a:pPr marL="285750" lvl="0" indent="-28575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"/>
            </a:pPr>
            <a:r>
              <a:rPr lang="zh-CN" altLang="en-US" sz="1800" b="1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Key Tips: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Use Examples and Evidence: 用例子或数据来加强论点或描述。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Be Specific: 避免笼统，用具体的语言让读者清晰了解论点。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   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Example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Prompts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: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      “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What evidence or examples best illustrate my point?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”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     “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How can I make my solutions clear and practical?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09600" y="1327785"/>
            <a:ext cx="10972800" cy="532320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1066800" y="375920"/>
            <a:ext cx="10210800" cy="71882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20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 Developing the Body Paragraphs</a:t>
            </a:r>
          </a:p>
        </p:txBody>
      </p:sp>
      <p:sp>
        <p:nvSpPr>
          <p:cNvPr id="18" name="Title 6"/>
          <p:cNvSpPr txBox="1"/>
          <p:nvPr>
            <p:custDataLst>
              <p:tags r:id="rId4"/>
            </p:custDataLst>
          </p:nvPr>
        </p:nvSpPr>
        <p:spPr>
          <a:xfrm>
            <a:off x="914362" y="2218946"/>
            <a:ext cx="10363276" cy="351133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1. Start with a Topic Sentence  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Begin each paragraph with a sentence that introduces the main idea of that paragraph.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Example: “One major benefit of pursuing passion in a career is increased motivation.”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2. Provide Supporting Evidence  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Use examples, facts, or personal experiences to back up your point.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Example: “Studies show that individuals engaged in work they love experience lower stress and higher productivity.”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3. Explain and Analyze 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Explain how the evidence supports the topic sentence and main thesis.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Connect the point to the essay’s overall argument.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4. Use Linking Words 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Ensure coherence by using transitions such as “Furthermore,” “For example,” and “In contrast.”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11"/>
          <p:cNvSpPr/>
          <p:nvPr>
            <p:custDataLst>
              <p:tags r:id="rId2"/>
            </p:custDataLst>
          </p:nvPr>
        </p:nvSpPr>
        <p:spPr>
          <a:xfrm>
            <a:off x="707390" y="-12700"/>
            <a:ext cx="11163300" cy="6858000"/>
          </a:xfrm>
          <a:custGeom>
            <a:avLst/>
            <a:gdLst>
              <a:gd name="connsiteX0" fmla="*/ 1391964 w 11162996"/>
              <a:gd name="connsiteY0" fmla="*/ 0 h 6841459"/>
              <a:gd name="connsiteX1" fmla="*/ 9771032 w 11162996"/>
              <a:gd name="connsiteY1" fmla="*/ 0 h 6841459"/>
              <a:gd name="connsiteX2" fmla="*/ 9888453 w 11162996"/>
              <a:gd name="connsiteY2" fmla="*/ 135555 h 6841459"/>
              <a:gd name="connsiteX3" fmla="*/ 11162996 w 11162996"/>
              <a:gd name="connsiteY3" fmla="*/ 3685906 h 6841459"/>
              <a:gd name="connsiteX4" fmla="*/ 10209764 w 11162996"/>
              <a:gd name="connsiteY4" fmla="*/ 6806575 h 6841459"/>
              <a:gd name="connsiteX5" fmla="*/ 10184957 w 11162996"/>
              <a:gd name="connsiteY5" fmla="*/ 6841459 h 6841459"/>
              <a:gd name="connsiteX6" fmla="*/ 978039 w 11162996"/>
              <a:gd name="connsiteY6" fmla="*/ 6841459 h 6841459"/>
              <a:gd name="connsiteX7" fmla="*/ 953232 w 11162996"/>
              <a:gd name="connsiteY7" fmla="*/ 6806575 h 6841459"/>
              <a:gd name="connsiteX8" fmla="*/ 0 w 11162996"/>
              <a:gd name="connsiteY8" fmla="*/ 3685906 h 6841459"/>
              <a:gd name="connsiteX9" fmla="*/ 1274543 w 11162996"/>
              <a:gd name="connsiteY9" fmla="*/ 135555 h 684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162996" h="6841459">
                <a:moveTo>
                  <a:pt x="1391964" y="0"/>
                </a:moveTo>
                <a:lnTo>
                  <a:pt x="9771032" y="0"/>
                </a:lnTo>
                <a:lnTo>
                  <a:pt x="9888453" y="135555"/>
                </a:lnTo>
                <a:cubicBezTo>
                  <a:pt x="10684687" y="1100367"/>
                  <a:pt x="11162996" y="2337279"/>
                  <a:pt x="11162996" y="3685906"/>
                </a:cubicBezTo>
                <a:cubicBezTo>
                  <a:pt x="11162996" y="4841872"/>
                  <a:pt x="10811585" y="5915762"/>
                  <a:pt x="10209764" y="6806575"/>
                </a:cubicBezTo>
                <a:lnTo>
                  <a:pt x="10184957" y="6841459"/>
                </a:lnTo>
                <a:lnTo>
                  <a:pt x="978039" y="6841459"/>
                </a:lnTo>
                <a:lnTo>
                  <a:pt x="953232" y="6806575"/>
                </a:lnTo>
                <a:cubicBezTo>
                  <a:pt x="351411" y="5915762"/>
                  <a:pt x="0" y="4841872"/>
                  <a:pt x="0" y="3685906"/>
                </a:cubicBezTo>
                <a:cubicBezTo>
                  <a:pt x="0" y="2337279"/>
                  <a:pt x="478309" y="1100367"/>
                  <a:pt x="1274543" y="13555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37" name="矩形 36"/>
          <p:cNvSpPr/>
          <p:nvPr>
            <p:custDataLst>
              <p:tags r:id="rId3"/>
            </p:custDataLst>
          </p:nvPr>
        </p:nvSpPr>
        <p:spPr>
          <a:xfrm>
            <a:off x="2782443" y="1184251"/>
            <a:ext cx="681127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786858" y="-15"/>
            <a:ext cx="9144064" cy="115824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Step 2: Structuring the Three-</a:t>
            </a:r>
            <a:r>
              <a:rPr lang="en-US" altLang="zh-CN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</a:t>
            </a:r>
            <a:r>
              <a:rPr lang="zh-CN" altLang="en-US" sz="3200" b="1" spc="13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aragraph Essay</a:t>
            </a:r>
          </a:p>
        </p:txBody>
      </p:sp>
      <p:sp>
        <p:nvSpPr>
          <p:cNvPr id="15" name="Title 6"/>
          <p:cNvSpPr txBox="1"/>
          <p:nvPr>
            <p:custDataLst>
              <p:tags r:id="rId5"/>
            </p:custDataLst>
          </p:nvPr>
        </p:nvSpPr>
        <p:spPr>
          <a:xfrm>
            <a:off x="1588770" y="1466215"/>
            <a:ext cx="10020300" cy="419417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ctr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lang="zh-CN" altLang="en-US" sz="3600" b="1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Conclusion</a:t>
            </a:r>
            <a:r>
              <a:rPr lang="zh-CN" altLang="en-US" sz="3600" spc="7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1600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</a:p>
          <a:p>
            <a:pPr marL="292100" lvl="0" indent="-2921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Focus:</a:t>
            </a:r>
            <a:r>
              <a:rPr lang="zh-CN" altLang="en-US" sz="2000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 简洁总结论点或解决方案，结束时强调正面影响或期望的结果。</a:t>
            </a:r>
          </a:p>
          <a:p>
            <a:pPr marL="292100" lvl="0" indent="-2921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Key Tips:</a:t>
            </a:r>
            <a:r>
              <a:rPr altLang="zh-CN" sz="2000" spc="7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 </a:t>
            </a:r>
            <a:r>
              <a:rPr lang="zh-CN" altLang="en-US" sz="20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总结时不必过于重复内容，重点是简洁地重申主题或中心观点。结尾可以呼吁行动或表达对未来的期待。</a:t>
            </a:r>
          </a:p>
          <a:p>
            <a:pPr marL="558800" lvl="2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Example</a:t>
            </a: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 Prompts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:</a:t>
            </a:r>
            <a:endParaRPr lang="zh-CN" altLang="en-US" sz="20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marL="558800" lvl="2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“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How can I restate my main point or solution in a new way</a:t>
            </a: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?”</a:t>
            </a:r>
            <a:endParaRPr lang="zh-CN" altLang="en-US" sz="20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  <a:sym typeface="+mn-ea"/>
            </a:endParaRPr>
          </a:p>
          <a:p>
            <a:pPr marL="558800" lvl="2" indent="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90204" pitchFamily="34" charset="0"/>
              <a:buNone/>
            </a:pP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“</a:t>
            </a:r>
            <a:r>
              <a:rPr lang="zh-CN" altLang="en-US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What positive or hopeful statement can I end with?</a:t>
            </a:r>
            <a:r>
              <a:rPr lang="en-US" altLang="zh-CN" sz="20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09600" y="1327785"/>
            <a:ext cx="10972800" cy="532320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1066800" y="375920"/>
            <a:ext cx="10210800" cy="71882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20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Crafting an Effective Conclusion</a:t>
            </a:r>
          </a:p>
        </p:txBody>
      </p:sp>
      <p:sp>
        <p:nvSpPr>
          <p:cNvPr id="18" name="Title 6"/>
          <p:cNvSpPr txBox="1"/>
          <p:nvPr>
            <p:custDataLst>
              <p:tags r:id="rId4"/>
            </p:custDataLst>
          </p:nvPr>
        </p:nvSpPr>
        <p:spPr>
          <a:xfrm>
            <a:off x="914362" y="2218946"/>
            <a:ext cx="10363276" cy="351133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1. Restate the Thesis (Paraphrased)  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Reaffirm your position with slightly different wording.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Example: “Ultimately, while financial stability is important, career satisfaction comes from passion.”</a:t>
            </a:r>
          </a:p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n-ea"/>
            </a:pPr>
            <a:r>
              <a:rPr sz="20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2. Summarize Key Points  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Briefly review the main points from the body paragraphs.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Example: “Choosing a career driven by passion can lead to higher motivation, productivity, and overall happiness.”</a:t>
            </a:r>
          </a:p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n-ea"/>
            </a:pPr>
            <a:r>
              <a:rPr sz="2000" b="1" spc="4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3. End with a Strong Closing Statement  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Finish with a memorable sentence or a call to action.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+mn-ea"/>
            </a:pPr>
            <a:r>
              <a:rPr sz="2000" spc="40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Times New Roman" panose="02020503050405090304" charset="0"/>
                <a:ea typeface="汉仪雅酷黑简" panose="00020600040101010101" pitchFamily="18" charset="-122"/>
                <a:cs typeface="Times New Roman" panose="02020503050405090304" charset="0"/>
              </a:rPr>
              <a:t>   - Example: “In a world full of choices, pursuing what you love might be the most valuable one of all.”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17" y="1676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sz="3200" spc="130">
                <a:solidFill>
                  <a:schemeClr val="accent1">
                    <a:lumMod val="7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</a:rPr>
              <a:t>Step 3: Practice with an Idea Organization Template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313690" y="859790"/>
          <a:ext cx="11208385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latin typeface="Times New Roman Bold" panose="02020503050405090304" charset="0"/>
                          <a:cs typeface="Times New Roman Bold" panose="02020503050405090304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latin typeface="Times New Roman Bold" panose="02020503050405090304" charset="0"/>
                          <a:cs typeface="Times New Roman Bold" panose="02020503050405090304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latin typeface="Times New Roman Bold" panose="02020503050405090304" charset="0"/>
                          <a:cs typeface="Times New Roman Bold" panose="02020503050405090304" charset="0"/>
                        </a:rPr>
                        <a:t>Prompts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Briefly introduce the topic and give a preview of the essay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“What is the topic, and why does it matter?”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Describe the phenomenon, problem, or viewpoint in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“What are the main points I want to make?”</a:t>
                      </a:r>
                    </a:p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“What examples or solutions support my points?”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Summarize key points and add a positive or concluding thought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“How can I summarize my ideas in a few words?” </a:t>
                      </a:r>
                    </a:p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“What final thought can I leave the reader with?”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56540" y="4568190"/>
            <a:ext cx="747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Key </a:t>
            </a:r>
            <a:r>
              <a:rPr lang="en-US" altLang="zh-CN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</a:t>
            </a:r>
            <a:r>
              <a:rPr lang="zh-CN" altLang="en-US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ips for </a:t>
            </a:r>
            <a:r>
              <a:rPr lang="en-US" altLang="zh-CN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rainstorming and </a:t>
            </a:r>
            <a:r>
              <a:rPr lang="en-US" altLang="zh-CN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</a:t>
            </a:r>
            <a:r>
              <a:rPr lang="zh-CN" altLang="en-US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tructuring</a:t>
            </a:r>
            <a:r>
              <a:rPr lang="en-US" altLang="zh-CN" sz="28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: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6540" y="5090160"/>
            <a:ext cx="108521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1.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</a:rPr>
              <a:t>Stay Focused on the Task Type: </a:t>
            </a:r>
            <a:r>
              <a:rPr lang="zh-CN" altLang="en-US">
                <a:latin typeface="宋体" charset="0"/>
                <a:ea typeface="宋体" charset="0"/>
                <a:cs typeface="Times New Roman Regular" panose="02020503050405090304" charset="0"/>
              </a:rPr>
              <a:t>确保内容符合题目类型（现象描述、问题解决、观点表达）。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2.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</a:rPr>
              <a:t>Use Transition Words:</a:t>
            </a: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>
                <a:latin typeface="宋体" charset="0"/>
                <a:ea typeface="宋体" charset="0"/>
                <a:cs typeface="Times New Roman Regular" panose="02020503050405090304" charset="0"/>
              </a:rPr>
              <a:t>使用如</a:t>
            </a:r>
            <a:r>
              <a:rPr lang="en-US" altLang="zh-CN">
                <a:latin typeface="宋体" charset="0"/>
                <a:ea typeface="宋体" charset="0"/>
                <a:cs typeface="Times New Roman Regular" panose="02020503050405090304" charset="0"/>
              </a:rPr>
              <a:t> “</a:t>
            </a: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Firstly,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”</a:t>
            </a: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“</a:t>
            </a: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Therefore,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”</a:t>
            </a: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>
                <a:latin typeface="宋体" charset="0"/>
                <a:ea typeface="宋体" charset="0"/>
                <a:cs typeface="Times New Roman Regular" panose="02020503050405090304" charset="0"/>
              </a:rPr>
              <a:t>和</a:t>
            </a:r>
            <a:r>
              <a:rPr lang="en-US" altLang="zh-CN">
                <a:latin typeface="宋体" charset="0"/>
                <a:ea typeface="宋体" charset="0"/>
                <a:cs typeface="Times New Roman Regular" panose="02020503050405090304" charset="0"/>
              </a:rPr>
              <a:t> “</a:t>
            </a: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In conclusion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”</a:t>
            </a:r>
            <a:r>
              <a:rPr lang="zh-CN" altLang="en-US">
                <a:latin typeface="宋体" charset="0"/>
                <a:ea typeface="宋体" charset="0"/>
                <a:cs typeface="Times New Roman Regular" panose="02020503050405090304" charset="0"/>
              </a:rPr>
              <a:t>等过渡词使文章流畅。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3.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</a:rPr>
              <a:t>Be Concise: </a:t>
            </a:r>
            <a:r>
              <a:rPr lang="zh-CN" altLang="en-US">
                <a:latin typeface="宋体" charset="0"/>
                <a:ea typeface="宋体" charset="0"/>
                <a:cs typeface="Times New Roman Regular" panose="02020503050405090304" charset="0"/>
              </a:rPr>
              <a:t>各部分保持简洁，重点突出核心观点和支持内容。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4.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</a:rPr>
              <a:t>Revise for Clarity: </a:t>
            </a:r>
            <a:r>
              <a:rPr lang="zh-CN" altLang="en-US">
                <a:latin typeface="宋体" charset="0"/>
                <a:ea typeface="宋体" charset="0"/>
                <a:cs typeface="Times New Roman Regular" panose="02020503050405090304" charset="0"/>
              </a:rPr>
              <a:t>最后检查逻辑是否清晰、内容是否易于理解。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2297" y="1718609"/>
            <a:ext cx="7922260" cy="117094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spc="0" dirty="0">
                <a:solidFill>
                  <a:schemeClr val="accent6">
                    <a:lumMod val="7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Sample  Essay Structure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582930" y="1645920"/>
            <a:ext cx="11048365" cy="4848860"/>
          </a:xfrm>
          <a:prstGeom prst="roundRect">
            <a:avLst>
              <a:gd name="adj" fmla="val 3666"/>
            </a:avLst>
          </a:prstGeom>
          <a:solidFill>
            <a:schemeClr val="lt1"/>
          </a:solidFill>
          <a:ln w="19050">
            <a:noFill/>
          </a:ln>
          <a:effectLst>
            <a:outerShdw blurRad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127375" y="520065"/>
            <a:ext cx="6116320" cy="788035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000" spc="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Sample Essay Structure</a:t>
            </a: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777875" y="1880235"/>
            <a:ext cx="10599420" cy="4380230"/>
          </a:xfrm>
          <a:prstGeom prst="rect">
            <a:avLst/>
          </a:prstGeom>
          <a:noFill/>
        </p:spPr>
        <p:txBody>
          <a:bodyPr vert="horz" lIns="90000" tIns="46800" rIns="90000" bIns="46800" rtlCol="0" anchor="t" anchorCtr="0">
            <a:noAutofit/>
          </a:bodyPr>
          <a:lstStyle>
            <a:lvl1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ea"/>
              <a:buAutoNum type="ea1JpnChsDbPeriod"/>
              <a:defRPr sz="1100" u="none" strike="noStrike" cap="none" spc="150" normalizeH="0" baseline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858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2pPr>
            <a:lvl3pPr marL="11430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3pPr>
            <a:lvl4pPr marL="16002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4pPr>
            <a:lvl5pPr marL="20574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marL="0" lvl="0" indent="0" algn="ctr">
              <a:lnSpc>
                <a:spcPct val="100000"/>
              </a:lnSpc>
              <a:buSzPct val="100000"/>
              <a:buNone/>
            </a:pPr>
            <a:r>
              <a:rPr lang="zh-CN" altLang="en-US" sz="32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How to Reduce Plastic Waste on Campus</a:t>
            </a:r>
            <a:endParaRPr lang="zh-CN" altLang="en-US" sz="2400" spc="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marL="0" lvl="0" indent="457200" algn="just">
              <a:lnSpc>
                <a:spcPct val="100000"/>
              </a:lnSpc>
              <a:buSzPct val="100000"/>
              <a:buNone/>
            </a:pP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Plastic waste has become a significant issue on our campus. Each day, large amounts of plastic items, such as bottles, bags, and food containers, are discarded, creating an environmental challenge that must be addressed.</a:t>
            </a:r>
          </a:p>
          <a:p>
            <a:pPr marL="0" lvl="0" indent="457200" algn="just">
              <a:lnSpc>
                <a:spcPct val="100000"/>
              </a:lnSpc>
              <a:buSzPct val="100000"/>
              <a:buNone/>
            </a:pP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The main reason for the high level of plastic waste is the convenience of plastic products, such as bottles and bags, which are cheap and accessible. </a:t>
            </a:r>
            <a:r>
              <a:rPr lang="zh-CN" altLang="en-US" sz="2000" u="sng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To address this issue, our campus could </a:t>
            </a: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implement two strategies. Firstly, </a:t>
            </a:r>
            <a:r>
              <a:rPr lang="en-US" altLang="zh-CN" sz="2000" u="sng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efforts should be made to </a:t>
            </a: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encourag</a:t>
            </a:r>
            <a:r>
              <a:rPr lang="en-US" altLang="zh-CN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</a:t>
            </a: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students to use reusable items by offering discounts at campus stores can reduce plastic use. Secondly, </a:t>
            </a:r>
            <a:r>
              <a:rPr lang="en-US" altLang="zh-CN" sz="2000" u="sng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it would be beneficial to </a:t>
            </a: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plac</a:t>
            </a:r>
            <a:r>
              <a:rPr lang="en-US" altLang="zh-CN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</a:t>
            </a: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recycling bins in convenient locations</a:t>
            </a:r>
            <a:r>
              <a:rPr lang="en-US" altLang="zh-CN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,</a:t>
            </a: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mak</a:t>
            </a:r>
            <a:r>
              <a:rPr lang="en-US" altLang="zh-CN" sz="2000" spc="0" dirty="0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ing</a:t>
            </a: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it easier for students to dispose of plastics responsibly.</a:t>
            </a:r>
          </a:p>
          <a:p>
            <a:pPr marL="0" lvl="0" indent="457200" algn="just">
              <a:lnSpc>
                <a:spcPct val="100000"/>
              </a:lnSpc>
              <a:buSzPct val="100000"/>
              <a:buNone/>
            </a:pPr>
            <a:r>
              <a:rPr lang="zh-CN" altLang="en-US" sz="2000" spc="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In conclusion, by promoting reusable items and establishing recycling facilities, our campus can reduce plastic waste and foster a greener environment. Taking small steps today can make a big difference in the future.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4895533" y="1295400"/>
            <a:ext cx="2400935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582930" y="1645920"/>
            <a:ext cx="11048365" cy="4848860"/>
          </a:xfrm>
          <a:prstGeom prst="roundRect">
            <a:avLst>
              <a:gd name="adj" fmla="val 3666"/>
            </a:avLst>
          </a:prstGeom>
          <a:solidFill>
            <a:schemeClr val="lt1"/>
          </a:solidFill>
          <a:ln w="19050">
            <a:noFill/>
          </a:ln>
          <a:effectLst>
            <a:outerShdw blurRad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038860" y="2113280"/>
            <a:ext cx="10111740" cy="2663190"/>
          </a:xfrm>
          <a:prstGeom prst="rect">
            <a:avLst/>
          </a:prstGeom>
          <a:noFill/>
        </p:spPr>
        <p:txBody>
          <a:bodyPr vert="horz" lIns="90000" tIns="46800" rIns="90000" bIns="46800" rtlCol="0" anchor="t" anchorCtr="0">
            <a:normAutofit lnSpcReduction="10000"/>
          </a:bodyPr>
          <a:lstStyle>
            <a:lvl1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ea"/>
              <a:buAutoNum type="ea1JpnChsDbPeriod"/>
              <a:defRPr sz="1100" u="none" strike="noStrike" cap="none" spc="150" normalizeH="0" baseline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858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2pPr>
            <a:lvl3pPr marL="11430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3pPr>
            <a:lvl4pPr marL="16002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4pPr>
            <a:lvl5pPr marL="20574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marL="0" lvl="0" indent="0" algn="ctr">
              <a:lnSpc>
                <a:spcPct val="120000"/>
              </a:lnSpc>
              <a:buSzPct val="100000"/>
              <a:buNone/>
            </a:pPr>
            <a:r>
              <a:rPr lang="zh-CN" altLang="en-US" sz="3200" b="1" spc="10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Introduction (State the Problem) </a:t>
            </a:r>
            <a:r>
              <a:rPr lang="zh-CN" altLang="en-US" sz="28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</a:p>
          <a:p>
            <a:pPr marL="0" lvl="0" indent="457200" algn="just">
              <a:lnSpc>
                <a:spcPct val="120000"/>
              </a:lnSpc>
              <a:buSzPct val="100000"/>
              <a:buNone/>
            </a:pPr>
            <a:r>
              <a:rPr lang="en-US" altLang="zh-CN" sz="2800" spc="100">
                <a:solidFill>
                  <a:srgbClr val="7030A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Plastic waste has become a significant issue on our campus. Each day, large amounts of plastic items, such as bottles, bags, and food containers, are discarded,</a:t>
            </a:r>
            <a:r>
              <a:rPr lang="en-US" altLang="zh-CN" sz="28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en-US" altLang="zh-CN" sz="2800" spc="10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creating an environmental challenge that must be addressed.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895533" y="1235710"/>
            <a:ext cx="2400935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127375" y="360680"/>
            <a:ext cx="6116320" cy="788035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000" spc="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Sample Essay Structure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2830" y="4475480"/>
            <a:ext cx="102228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400" b="1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明确问题</a:t>
            </a:r>
            <a:r>
              <a:rPr lang="zh-CN" altLang="en-US" sz="24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：引言段直接指出校园塑料垃圾的问题。</a:t>
            </a:r>
            <a:endParaRPr lang="zh-CN" altLang="en-US" sz="2400" spc="100">
              <a:solidFill>
                <a:schemeClr val="dk1">
                  <a:lumMod val="95000"/>
                  <a:lumOff val="5000"/>
                </a:schemeClr>
              </a:solidFill>
              <a:latin typeface="宋体" charset="0"/>
              <a:ea typeface="宋体" charset="0"/>
              <a:cs typeface="宋体" charset="0"/>
            </a:endParaRPr>
          </a:p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400" b="1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写作技巧</a:t>
            </a:r>
            <a:r>
              <a:rPr lang="zh-CN" altLang="en-US" sz="24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：通过强调问题的重要性（如</a:t>
            </a:r>
            <a:r>
              <a:rPr lang="en-US" altLang="zh-CN" sz="24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</a:t>
            </a:r>
            <a:r>
              <a:rPr lang="en-US" altLang="zh-CN" sz="24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“</a:t>
            </a:r>
            <a:r>
              <a:rPr lang="zh-CN" altLang="en-US" sz="24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must be addressed</a:t>
            </a:r>
            <a:r>
              <a:rPr lang="en-US" altLang="zh-CN" sz="24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”</a:t>
            </a:r>
            <a:r>
              <a:rPr lang="zh-CN" altLang="en-US" sz="24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）引出主题。</a:t>
            </a:r>
            <a:endParaRPr lang="zh-CN" altLang="en-US" sz="2400"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793750" y="1262380"/>
            <a:ext cx="11048365" cy="5232400"/>
          </a:xfrm>
          <a:prstGeom prst="roundRect">
            <a:avLst>
              <a:gd name="adj" fmla="val 3666"/>
            </a:avLst>
          </a:prstGeom>
          <a:solidFill>
            <a:schemeClr val="lt1"/>
          </a:solidFill>
          <a:ln w="19050">
            <a:noFill/>
          </a:ln>
          <a:effectLst>
            <a:outerShdw blurRad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029970" y="2060575"/>
            <a:ext cx="10575925" cy="2976245"/>
          </a:xfrm>
          <a:prstGeom prst="rect">
            <a:avLst/>
          </a:prstGeom>
          <a:noFill/>
        </p:spPr>
        <p:txBody>
          <a:bodyPr vert="horz" lIns="90000" tIns="46800" rIns="90000" bIns="46800" rtlCol="0" anchor="t" anchorCtr="0"/>
          <a:lstStyle>
            <a:lvl1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ea"/>
              <a:buAutoNum type="ea1JpnChsDbPeriod"/>
              <a:defRPr sz="1100" u="none" strike="noStrike" cap="none" spc="150" normalizeH="0" baseline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858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2pPr>
            <a:lvl3pPr marL="11430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3pPr>
            <a:lvl4pPr marL="16002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4pPr>
            <a:lvl5pPr marL="20574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marL="0" lvl="0" indent="457200" algn="just">
              <a:lnSpc>
                <a:spcPct val="120000"/>
              </a:lnSpc>
              <a:buSzPct val="100000"/>
              <a:buNone/>
            </a:pPr>
            <a:r>
              <a:rPr lang="en-US" altLang="zh-CN" sz="2400" spc="100" dirty="0">
                <a:solidFill>
                  <a:srgbClr val="7030A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The main reason for the high level of plastic waste is the convenience of plastic products, such as bottles and bags, which are cheap and accessible. </a:t>
            </a:r>
            <a:r>
              <a:rPr lang="en-US" altLang="zh-CN" sz="2400" spc="100" dirty="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To address this issue, our campus could implement two strategies. </a:t>
            </a:r>
            <a:r>
              <a:rPr lang="en-US" altLang="zh-CN" sz="2400" b="1" spc="100" dirty="0">
                <a:solidFill>
                  <a:srgbClr val="C0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Firstly</a:t>
            </a:r>
            <a:r>
              <a:rPr lang="en-US" altLang="zh-CN" sz="2400" spc="100" dirty="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, </a:t>
            </a:r>
            <a:r>
              <a:rPr lang="en-US" altLang="zh-CN" sz="2400" u="sng" spc="100" dirty="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efforts should be made to encourage students to use reusable items by offering discounts at campus </a:t>
            </a:r>
            <a:r>
              <a:rPr lang="en-US" altLang="zh-CN" sz="2400" spc="100" dirty="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stores can reduce plastic use. </a:t>
            </a:r>
            <a:r>
              <a:rPr lang="en-US" altLang="zh-CN" sz="2400" b="1" spc="100" dirty="0">
                <a:solidFill>
                  <a:srgbClr val="C0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Secondly</a:t>
            </a:r>
            <a:r>
              <a:rPr lang="en-US" altLang="zh-CN" sz="2400" spc="100" dirty="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, it would be beneficial to </a:t>
            </a:r>
            <a:r>
              <a:rPr lang="en-US" altLang="zh-CN" sz="2400" u="sng" spc="100" dirty="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place recycling bins in convenient locations, making it easier for students to dispose of plastics responsibly</a:t>
            </a:r>
            <a:r>
              <a:rPr lang="en-US" altLang="zh-CN" sz="2400" spc="100" dirty="0">
                <a:solidFill>
                  <a:srgbClr val="0070C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.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895533" y="1009015"/>
            <a:ext cx="2400935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127375" y="220980"/>
            <a:ext cx="6116320" cy="788035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000" spc="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Sample Essay Structure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61714" y="5110797"/>
            <a:ext cx="105752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000" b="1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问题与解决方案整合：</a:t>
            </a:r>
            <a:r>
              <a:rPr lang="zh-CN" altLang="en-US" sz="2000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主体段先简要分析了原因，接着提出了两个具体的解决方案。</a:t>
            </a:r>
          </a:p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000" b="1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写作技巧：</a:t>
            </a:r>
            <a:r>
              <a:rPr lang="zh-CN" altLang="en-US" sz="2000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使用 </a:t>
            </a:r>
            <a:r>
              <a:rPr lang="zh-CN" altLang="en-US" sz="2000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“Firstly”</a:t>
            </a:r>
            <a:r>
              <a:rPr lang="zh-CN" altLang="en-US" sz="2000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和 </a:t>
            </a:r>
            <a:r>
              <a:rPr lang="zh-CN" altLang="en-US" sz="2000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“Secondly”</a:t>
            </a:r>
            <a:r>
              <a:rPr lang="zh-CN" altLang="en-US" sz="2000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使方案条理分明，并且段落内容紧凑。</a:t>
            </a:r>
          </a:p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000" b="1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句式多样化：</a:t>
            </a:r>
            <a:r>
              <a:rPr lang="zh-CN" altLang="en-US" sz="2000" spc="100" dirty="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使用复合句解释原因，提出行动方案时简洁明了，适合三段式写作的要求。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39215" y="1482090"/>
            <a:ext cx="9692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0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Body Paragraph (Analyze Causes and Propose Solutions) </a:t>
            </a:r>
            <a:r>
              <a:rPr lang="zh-CN" altLang="en-US" sz="28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 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582930" y="1645920"/>
            <a:ext cx="11048365" cy="4848860"/>
          </a:xfrm>
          <a:prstGeom prst="roundRect">
            <a:avLst>
              <a:gd name="adj" fmla="val 3666"/>
            </a:avLst>
          </a:prstGeom>
          <a:solidFill>
            <a:schemeClr val="lt1"/>
          </a:solidFill>
          <a:ln w="19050">
            <a:noFill/>
          </a:ln>
          <a:effectLst>
            <a:outerShdw blurRad="127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038860" y="2113280"/>
            <a:ext cx="10111740" cy="2663190"/>
          </a:xfrm>
          <a:prstGeom prst="rect">
            <a:avLst/>
          </a:prstGeom>
          <a:noFill/>
        </p:spPr>
        <p:txBody>
          <a:bodyPr vert="horz" lIns="90000" tIns="46800" rIns="90000" bIns="46800" rtlCol="0" anchor="t" anchorCtr="0">
            <a:normAutofit fontScale="90000" lnSpcReduction="20000"/>
          </a:bodyPr>
          <a:lstStyle>
            <a:lvl1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ea"/>
              <a:buAutoNum type="ea1JpnChsDbPeriod"/>
              <a:defRPr sz="1100" u="none" strike="noStrike" cap="none" spc="150" normalizeH="0" baseline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858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2pPr>
            <a:lvl3pPr marL="11430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3pPr>
            <a:lvl4pPr marL="16002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4pPr>
            <a:lvl5pPr marL="20574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cap="none" spc="150" normalizeH="0" baseline="0">
                <a:uFillTx/>
                <a:latin typeface="微软雅黑" charset="-122"/>
                <a:ea typeface="微软雅黑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marL="0" lvl="0" indent="0" algn="ctr">
              <a:lnSpc>
                <a:spcPct val="120000"/>
              </a:lnSpc>
              <a:buSzPct val="100000"/>
              <a:buNone/>
            </a:pPr>
            <a:r>
              <a:rPr lang="zh-CN" altLang="en-US" sz="3600" b="1" spc="10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Conclusion (Reinforce Solution and Future Impact) </a:t>
            </a:r>
            <a:r>
              <a:rPr lang="zh-CN" altLang="en-US" sz="28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</a:p>
          <a:p>
            <a:pPr marL="0" lvl="0" indent="457200" algn="just">
              <a:lnSpc>
                <a:spcPct val="150000"/>
              </a:lnSpc>
              <a:buSzPct val="100000"/>
              <a:buNone/>
            </a:pPr>
            <a:r>
              <a:rPr lang="en-US" altLang="zh-CN" sz="2800" b="1" spc="10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In conclusion</a:t>
            </a:r>
            <a:r>
              <a:rPr lang="en-US" altLang="zh-CN" sz="2800" spc="100">
                <a:solidFill>
                  <a:srgbClr val="7030A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, by promoting reusable items and establishing recycling facilities, our campus can reduce plastic waste and foster a greener environment. </a:t>
            </a:r>
            <a:r>
              <a:rPr lang="en-US" altLang="zh-CN" sz="2800" spc="100">
                <a:solidFill>
                  <a:srgbClr val="00B0F0"/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Taking small steps today can make a big difference in the future.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895533" y="1235710"/>
            <a:ext cx="2400935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127375" y="360680"/>
            <a:ext cx="6116320" cy="788035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j-cs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000" spc="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Sample Essay Structure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38860" y="4776470"/>
            <a:ext cx="102228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000" b="1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总结</a:t>
            </a:r>
            <a:r>
              <a:rPr lang="en-US" altLang="zh-CN" sz="2000" b="1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方案</a:t>
            </a:r>
            <a:r>
              <a:rPr lang="zh-CN" altLang="en-US" sz="2000" b="1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：</a:t>
            </a:r>
            <a:r>
              <a:rPr lang="zh-CN" altLang="en-US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结论段重申了提出的解决方案。</a:t>
            </a:r>
          </a:p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000" b="1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强调影响：</a:t>
            </a:r>
            <a:r>
              <a:rPr lang="zh-CN" altLang="en-US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通过</a:t>
            </a:r>
            <a:r>
              <a:rPr lang="en-US" altLang="zh-CN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 </a:t>
            </a:r>
            <a:r>
              <a:rPr lang="en-US" altLang="zh-CN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“</a:t>
            </a:r>
            <a:r>
              <a:rPr lang="zh-CN" altLang="en-US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make a big difference</a:t>
            </a:r>
            <a:r>
              <a:rPr lang="en-US" altLang="zh-CN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” </a:t>
            </a:r>
            <a:r>
              <a:rPr lang="zh-CN" altLang="en-US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呼应开头，凸显方案的意义。</a:t>
            </a:r>
          </a:p>
          <a:p>
            <a:pPr marL="330200" lvl="0" indent="-330200" algn="just" fontAlgn="auto">
              <a:lnSpc>
                <a:spcPct val="150000"/>
              </a:lnSpc>
              <a:buSzPct val="100000"/>
            </a:pPr>
            <a:r>
              <a:rPr lang="zh-CN" altLang="en-US" sz="2000" b="1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语言简洁：</a:t>
            </a:r>
            <a:r>
              <a:rPr lang="zh-CN" altLang="en-US" sz="2000" spc="100">
                <a:solidFill>
                  <a:schemeClr val="dk1">
                    <a:lumMod val="95000"/>
                    <a:lumOff val="5000"/>
                  </a:schemeClr>
                </a:solidFill>
                <a:latin typeface="宋体" charset="0"/>
                <a:ea typeface="宋体" charset="0"/>
                <a:cs typeface="宋体" charset="0"/>
                <a:sym typeface="+mn-ea"/>
              </a:rPr>
              <a:t>三段式写作中的结论通常简明扼要，既概括观点又给出鼓舞性结尾。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90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638300" y="1022986"/>
            <a:ext cx="9291955" cy="5345542"/>
          </a:xfrm>
          <a:prstGeom prst="rect">
            <a:avLst/>
          </a:prstGeom>
          <a:ln>
            <a:noFill/>
          </a:ln>
          <a:effectLst>
            <a:outerShdw blurRad="152400" dist="381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638300" y="1410970"/>
            <a:ext cx="8799830" cy="143256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Key Points for Three-</a:t>
            </a:r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p</a:t>
            </a:r>
            <a:r>
              <a:rPr lang="zh-CN" altLang="en-US" sz="3600" b="1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aragraph Writing</a:t>
            </a:r>
          </a:p>
        </p:txBody>
      </p:sp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2088515" y="3444240"/>
            <a:ext cx="7818120" cy="195008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"/>
            </a:pPr>
            <a:r>
              <a:rPr lang="zh-CN" altLang="en-US" sz="2400" b="1" spc="6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Concise Structure: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汉仪雅酷黑简" panose="00020600040101010101" pitchFamily="18" charset="-122"/>
                <a:ea typeface="汉仪雅酷黑简" panose="00020600040101010101" pitchFamily="18" charset="-122"/>
                <a:cs typeface="汉仪雅酷黑简" panose="00020600040101010101" pitchFamily="18" charset="-122"/>
              </a:rPr>
              <a:t> 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宋体" charset="0"/>
                <a:ea typeface="宋体" charset="0"/>
                <a:cs typeface="汉仪雅酷黑简" panose="00020600040101010101" pitchFamily="18" charset="-122"/>
              </a:rPr>
              <a:t>使用三段式结构时，主体段结合原因分析和解决方案，</a:t>
            </a:r>
            <a:r>
              <a:rPr altLang="zh-CN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宋体" charset="0"/>
                <a:ea typeface="宋体" charset="0"/>
                <a:cs typeface="汉仪雅酷黑简" panose="00020600040101010101" pitchFamily="18" charset="-122"/>
              </a:rPr>
              <a:t> 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宋体" charset="0"/>
                <a:ea typeface="宋体" charset="0"/>
                <a:cs typeface="汉仪雅酷黑简" panose="00020600040101010101" pitchFamily="18" charset="-122"/>
              </a:rPr>
              <a:t>内容紧凑。</a:t>
            </a:r>
          </a:p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"/>
            </a:pPr>
            <a:r>
              <a:rPr lang="zh-CN" altLang="en-US" sz="2400" b="1" spc="6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Clarity and Logic: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汉仪雅酷黑简" panose="00020600040101010101" pitchFamily="18" charset="-122"/>
                <a:ea typeface="汉仪雅酷黑简" panose="00020600040101010101" pitchFamily="18" charset="-122"/>
                <a:cs typeface="汉仪雅酷黑简" panose="00020600040101010101" pitchFamily="18" charset="-122"/>
              </a:rPr>
              <a:t> 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宋体" charset="0"/>
                <a:ea typeface="宋体" charset="0"/>
                <a:cs typeface="汉仪雅酷黑简" panose="00020600040101010101" pitchFamily="18" charset="-122"/>
              </a:rPr>
              <a:t>通过过渡词和序列词，使得每一步都清晰易懂。</a:t>
            </a:r>
          </a:p>
          <a:p>
            <a:pPr marL="342900" lvl="0" indent="-3429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"/>
            </a:pPr>
            <a:r>
              <a:rPr lang="zh-CN" altLang="en-US" sz="2400" b="1" spc="6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Impactful Conclusion: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汉仪雅酷黑简" panose="00020600040101010101" pitchFamily="18" charset="-122"/>
                <a:ea typeface="汉仪雅酷黑简" panose="00020600040101010101" pitchFamily="18" charset="-122"/>
                <a:cs typeface="汉仪雅酷黑简" panose="00020600040101010101" pitchFamily="18" charset="-122"/>
              </a:rPr>
              <a:t> </a:t>
            </a:r>
            <a:r>
              <a:rPr lang="zh-CN" altLang="en-US" sz="2400" spc="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宋体" charset="0"/>
                <a:ea typeface="宋体" charset="0"/>
                <a:cs typeface="汉仪雅酷黑简" panose="00020600040101010101" pitchFamily="18" charset="-122"/>
              </a:rPr>
              <a:t>结尾段总结观点并表达积极展望，增强文章的整体效果。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08588" y="1573620"/>
            <a:ext cx="11174819" cy="5050465"/>
          </a:xfrm>
          <a:prstGeom prst="rect">
            <a:avLst/>
          </a:prstGeom>
          <a:solidFill>
            <a:schemeClr val="l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雅酷黑简" panose="00020600040101010101" pitchFamily="18" charset="-122"/>
              <a:ea typeface="汉仪雅酷黑简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69882" y="710089"/>
            <a:ext cx="9952044" cy="624840"/>
          </a:xfrm>
          <a:prstGeom prst="rect">
            <a:avLst/>
          </a:prstGeom>
          <a:noFill/>
        </p:spPr>
        <p:txBody>
          <a:bodyPr wrap="square" lIns="101600" tIns="38100" rIns="63500" bIns="38100" rtlCol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3600" b="1" spc="80">
                <a:solidFill>
                  <a:schemeClr val="bg2">
                    <a:lumMod val="50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Essential Phrases and Expressions for CET Writing</a:t>
            </a: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55625" y="1696720"/>
            <a:ext cx="11104880" cy="480377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0" lvl="0" indent="-292100" algn="l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20000"/>
                  <a:lumOff val="80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b="1" spc="7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Expressing Reasons:</a:t>
            </a:r>
            <a:r>
              <a:rPr lang="zh-CN" altLang="en-US" sz="2800" spc="7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because of, due to, as a result of</a:t>
            </a:r>
          </a:p>
          <a:p>
            <a:pPr marL="292100" lvl="0" indent="-292100" algn="l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20000"/>
                  <a:lumOff val="80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b="1" spc="7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Stating Opinions:</a:t>
            </a:r>
            <a:r>
              <a:rPr lang="zh-CN" altLang="en-US" sz="2800" spc="7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I believe that, In my opinion, From my perspective</a:t>
            </a:r>
          </a:p>
          <a:p>
            <a:pPr marL="292100" lvl="0" indent="-292100" algn="l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20000"/>
                  <a:lumOff val="80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b="1" spc="7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Making Comparisons:</a:t>
            </a:r>
            <a:r>
              <a:rPr lang="zh-CN" altLang="en-US" sz="2800" spc="7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On the one hand, In contrast, However</a:t>
            </a:r>
          </a:p>
          <a:p>
            <a:pPr marL="292100" lvl="0" indent="-292100" algn="l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20000"/>
                  <a:lumOff val="80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b="1" spc="7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Supporting or Disagreeing:</a:t>
            </a:r>
            <a:r>
              <a:rPr lang="zh-CN" altLang="en-US" sz="2800" spc="7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It is beneficial to, I am against the idea that, I fully support the view that</a:t>
            </a:r>
          </a:p>
          <a:p>
            <a:pPr marL="292100" lvl="0" indent="-292100" algn="l" fontAlgn="auto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20000"/>
                  <a:lumOff val="80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b="1" spc="70">
                <a:solidFill>
                  <a:srgbClr val="FF0000"/>
                </a:solidFill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Transition Phrases:</a:t>
            </a:r>
            <a:r>
              <a:rPr lang="zh-CN" altLang="en-US" sz="2800" spc="70">
                <a:solidFill>
                  <a:schemeClr val="dk1">
                    <a:lumMod val="75000"/>
                    <a:lumOff val="25000"/>
                  </a:schemeClr>
                </a:solidFill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Firstly, Moreover, Furthermore, Finally, In conclusion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723" y="1944519"/>
            <a:ext cx="7922260" cy="1170940"/>
          </a:xfrm>
        </p:spPr>
        <p:txBody>
          <a:bodyPr>
            <a:normAutofit/>
          </a:bodyPr>
          <a:lstStyle/>
          <a:p>
            <a:pPr algn="ctr"/>
            <a:r>
              <a:rPr lang="en-US" altLang="zh-CN" b="1" spc="0" dirty="0">
                <a:solidFill>
                  <a:schemeClr val="accent6">
                    <a:lumMod val="75000"/>
                  </a:schemeClr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Assignment</a:t>
            </a: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62006" y="609490"/>
            <a:ext cx="5295925" cy="572769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100" b="1" spc="150" dirty="0">
                <a:solidFill>
                  <a:schemeClr val="accent1">
                    <a:lumMod val="7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Assignment</a:t>
            </a:r>
          </a:p>
        </p:txBody>
      </p:sp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659272" y="1407720"/>
            <a:ext cx="11303231" cy="404255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54000" lvl="0" indent="-254000" algn="just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b="1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Requirements: </a:t>
            </a:r>
            <a:r>
              <a:rPr lang="zh-CN" altLang="en-US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You are required to write a 120-180 word essay that states </a:t>
            </a:r>
            <a:r>
              <a:rPr lang="en-US" altLang="zh-CN" sz="24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your</a:t>
            </a:r>
            <a:r>
              <a:rPr lang="zh-CN" altLang="en-US" sz="2400" spc="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zh-CN" altLang="en-US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position, includes supporting points, and provides a brief conclusion.</a:t>
            </a:r>
          </a:p>
          <a:p>
            <a:pPr marL="254000" lvl="0" indent="-254000" algn="just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 </a:t>
            </a:r>
            <a:r>
              <a:rPr lang="en-US" sz="2400" b="1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  <a:sym typeface="+mn-ea"/>
              </a:rPr>
              <a:t>Topic:</a:t>
            </a:r>
            <a:r>
              <a:rPr lang="en-US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  <a:sym typeface="+mn-ea"/>
              </a:rPr>
              <a:t> Write an essay to express your views on the development of students’ cross-cultural communication abilities.</a:t>
            </a:r>
          </a:p>
          <a:p>
            <a:pPr marL="254000" lvl="0" indent="-254000" algn="just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 </a:t>
            </a:r>
            <a:r>
              <a:rPr lang="en-US" altLang="zh-CN" sz="2400" b="1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Bold" panose="02020503050405090304" charset="0"/>
                <a:ea typeface="汉仪雅酷黑简" panose="00020600040101010101" pitchFamily="18" charset="-122"/>
                <a:cs typeface="Times New Roman Bold" panose="02020503050405090304" charset="0"/>
              </a:rPr>
              <a:t>Criteria:</a:t>
            </a:r>
            <a:endParaRPr lang="en-US" altLang="zh-CN" sz="2400" spc="4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 Regular" panose="02020503050405090304" charset="0"/>
              <a:ea typeface="汉仪雅酷黑简" panose="00020600040101010101" pitchFamily="18" charset="-122"/>
              <a:cs typeface="Times New Roman Regular" panose="02020503050405090304" charset="0"/>
            </a:endParaRPr>
          </a:p>
          <a:p>
            <a:pPr lvl="0" indent="0" algn="just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altLang="zh-CN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1) </a:t>
            </a:r>
            <a:r>
              <a:rPr lang="zh-CN" altLang="en-US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Structure: Did the essay follow the three-part format? Were ideas logically organized?</a:t>
            </a:r>
          </a:p>
          <a:p>
            <a:pPr lvl="0" indent="0" algn="just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altLang="zh-CN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2) </a:t>
            </a:r>
            <a:r>
              <a:rPr lang="zh-CN" altLang="en-US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Content: Were points relevant to the topic? Were they explained clearly?</a:t>
            </a:r>
          </a:p>
          <a:p>
            <a:pPr lvl="0" indent="0" algn="just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altLang="zh-CN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3) </a:t>
            </a:r>
            <a:r>
              <a:rPr lang="zh-CN" altLang="en-US" sz="2400" spc="4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 Regular" panose="02020503050405090304" charset="0"/>
                <a:ea typeface="汉仪雅酷黑简" panose="00020600040101010101" pitchFamily="18" charset="-122"/>
                <a:cs typeface="Times New Roman Regular" panose="02020503050405090304" charset="0"/>
              </a:rPr>
              <a:t>Language: Did they use accurate vocabulary, grammar, and transition words?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23E164-DB42-8007-CBFD-94255D5DD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929" y="4915431"/>
            <a:ext cx="1935010" cy="19425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96C8A7A-E8E8-E358-4EC7-5D8D361096AD}"/>
              </a:ext>
            </a:extLst>
          </p:cNvPr>
          <p:cNvSpPr txBox="1"/>
          <p:nvPr/>
        </p:nvSpPr>
        <p:spPr>
          <a:xfrm>
            <a:off x="2111189" y="5450279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作文号为：</a:t>
            </a:r>
            <a:r>
              <a:rPr lang="en-US" altLang="zh-CN" sz="3600" b="1" dirty="0"/>
              <a:t>3307352</a:t>
            </a:r>
            <a:endParaRPr lang="zh-CN" altLang="en-US" sz="3600" b="1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A3OTNiMDRiZDRmNmRhMjJlODRjYWFkMjQ0MDg3O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20594"/>
  <p:tag name="KSO_WM_SPECIAL_SOURCE" val="bdnull"/>
  <p:tag name="KSO_WM_TEMPLATE_THUMBS_INDEX" val="1、4、7、10、11、13、15、18、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K_DARK_LIGHT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0594"/>
  <p:tag name="KSO_WM_SPECIAL_SOURCE" val="bdnull"/>
  <p:tag name="KSO_WM_SLIDE_ID" val="custom20220594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SLIDE_LAYOUT" val="a_b_f"/>
  <p:tag name="KSO_WM_SLIDE_LAYOUT_CNT" val="1_1_1"/>
  <p:tag name="KSO_WM_SLIDE_TYPE" val="title"/>
  <p:tag name="KSO_WM_SLIDE_SUBTYPE" val="picTxt"/>
  <p:tag name="KSO_WM_TEMPLATE_THUMBS_INDEX" val="1、4、7、10、11、13、15、18、2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输入您的标题内容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0594_1*a*1"/>
  <p:tag name="KSO_WM_TEMPLATE_CATEGORY" val="custom"/>
  <p:tag name="KSO_WM_TEMPLATE_INDEX" val="20220594"/>
  <p:tag name="KSO_WM_UNIT_LAYERLEVEL" val="1"/>
  <p:tag name="KSO_WM_TAG_VERSION" val="1.0"/>
  <p:tag name="KSO_WM_BEAUTIFY_FLAG" val="#wm#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0594_1*b*1"/>
  <p:tag name="KSO_WM_TEMPLATE_CATEGORY" val="custom"/>
  <p:tag name="KSO_WM_TEMPLATE_INDEX" val="20220594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PLEASE ENTER YOUR TITLE HERE"/>
  <p:tag name="KSO_WM_UNIT_NOCLEAR" val="0"/>
  <p:tag name="KSO_WM_UNIT_VALUE" val="21"/>
  <p:tag name="KSO_WM_UNIT_TYPE" val="b"/>
  <p:tag name="KSO_WM_UNIT_INDEX" val="1"/>
  <p:tag name="KSO_WM_UNIT_TEXT_FILL_FORE_SCHEMECOLOR_INDEX_BRIGHTNESS" val="0"/>
  <p:tag name="KSO_WM_UNIT_TEXT_FILL_FORE_SCHEMECOLOR_INDEX" val="13"/>
  <p:tag name="KSO_WM_UNIT_TEXT_FILL_TYP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83"/>
  <p:tag name="KSO_WM_SLIDE_ID" val="diagram20217083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a_d_f"/>
  <p:tag name="KSO_WM_SLIDE_LAYOUT_CNT" val="1_1_1"/>
  <p:tag name="KSO_WM_SLIDE_LAYOUT_INFO" val="{&quot;direction&quot;:1,&quot;id&quot;:&quot;2021-04-01T16:16:20&quot;,&quot;maxSize&quot;:{&quot;size1&quot;:62.6},&quot;minSize&quot;:{&quot;size1&quot;:37.5},&quot;normalSize&quot;:{&quot;size1&quot;:40.25625},&quot;subLayout&quot;:[{&quot;id&quot;:&quot;2021-04-01T16:16:20&quot;,&quot;margin&quot;:{&quot;bottom&quot;:0,&quot;left&quot;:0,&quot;right&quot;:0.02600000612437725,&quot;top&quot;:0},&quot;type&quot;:0},{&quot;id&quot;:&quot;2021-04-01T16:16:20&quot;,&quot;maxSize&quot;:{&quot;size1&quot;:55.59998498527458},&quot;minSize&quot;:{&quot;size1&quot;:19.999984985274583},&quot;normalSize&quot;:{&quot;size1&quot;:27.233318318607914},&quot;subLayout&quot;:[{&quot;id&quot;:&quot;2021-04-01T16:16:20&quot;,&quot;margin&quot;:{&quot;bottom&quot;:0.02600000612437725,&quot;left&quot;:1.6670000553131104,&quot;right&quot;:2.5399999618530273,&quot;top&quot;:1.6929999589920044},&quot;type&quot;:0},{&quot;id&quot;:&quot;2021-04-01T16:16:20&quot;,&quot;margin&quot;:{&quot;bottom&quot;:1.6929999589920044,&quot;left&quot;:1.6670000553131104,&quot;right&quot;:2.5399999618530273,&quot;top&quot;:0.8199999928474426},&quot;type&quot;:0}]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8d8998712faa657abe0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&quot;ct&quot;,&quot;lm&quot;,&quot;cb&quot;],&quot;fill_id&quot;:&quot;183eaf374f714a84b2c54a128e6c3011&quot;,&quot;fill_align&quot;:&quot;cm&quot;,&quot;chip_types&quot;:[&quot;picture&quot;]},{&quot;text_align&quot;:&quot;lb&quot;,&quot;text_direction&quot;:&quot;horizontal&quot;,&quot;support_big_font&quot;:false,&quot;picture_toward&quot;:0,&quot;picture_dockside&quot;:[],&quot;fill_id&quot;:&quot;80f4446c8ea64aa2a1ac5860ca22fbd5&quot;,&quot;fill_align&quot;:&quot;lb&quot;,&quot;chip_types&quot;:[&quot;text&quot;,&quot;header&quot;]},{&quot;text_align&quot;:&quot;lt&quot;,&quot;text_direction&quot;:&quot;horizontal&quot;,&quot;support_big_font&quot;:false,&quot;picture_toward&quot;:0,&quot;picture_dockside&quot;:[],&quot;fill_id&quot;:&quot;1385868f4354430e9671fb4142dbf48b&quot;,&quot;fill_align&quot;:&quot;lt&quot;,&quot;chip_types&quot;:[&quot;text&quot;]}]]"/>
  <p:tag name="KSO_WM_CHIP_DECFILLPROP" val="[]"/>
  <p:tag name="KSO_WM_SLIDE_TYPE" val="text"/>
  <p:tag name="KSO_WM_SLIDE_SIZE" val="888*540"/>
  <p:tag name="KSO_WM_SLIDE_POSITION" val="0*0"/>
  <p:tag name="KSO_WM_CHIP_GROUPID" val="5fadf8d8998712faa657abdf"/>
  <p:tag name="KSO_WM_SLIDE_BACKGROUND_TYPE" val="general"/>
  <p:tag name="KSO_WM_SLIDE_SUPPORT_FEATURE_TYPE" val="8"/>
  <p:tag name="KSO_WM_SLIDE_SUBTYPE" val="picTxt"/>
  <p:tag name="KSO_WM_TEMPLATE_ASSEMBLE_XID" val="6065705a4054ed1e2fb814d5"/>
  <p:tag name="KSO_WM_TEMPLATE_ASSEMBLE_GROUPID" val="6065705a4054ed1e2fb814d5"/>
  <p:tag name="KSO_WM_SPECIAL_SOURCE" val="bdnul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83_1*a*1"/>
  <p:tag name="KSO_WM_TEMPLATE_CATEGORY" val="diagram"/>
  <p:tag name="KSO_WM_TEMPLATE_INDEX" val="20217083"/>
  <p:tag name="KSO_WM_UNIT_LAYERLEVEL" val="1"/>
  <p:tag name="KSO_WM_TAG_VERSION" val="1.0"/>
  <p:tag name="KSO_WM_BEAUTIFY_FLAG" val="#wm#"/>
  <p:tag name="KSO_WM_UNIT_PRESET_TEXT" val="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62857bfe7c3487b9c707ae697b3de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88be469b56ee4f8fbb415a85280eb1fe"/>
  <p:tag name="KSO_WM_UNIT_TEXT_FILL_FORE_SCHEMECOLOR_INDEX_BRIGHTNESS" val="0"/>
  <p:tag name="KSO_WM_UNIT_TEXT_FILL_FORE_SCHEMECOLOR_INDEX" val="13"/>
  <p:tag name="KSO_WM_UNIT_TEXT_FILL_TYPE" val="1"/>
  <p:tag name="KSO_WM_TEMPLATE_ASSEMBLE_XID" val="6065705a4054ed1e2fb814d5"/>
  <p:tag name="KSO_WM_TEMPLATE_ASSEMBLE_GROUPID" val="6065705a4054ed1e2fb814d5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083_1*f*1"/>
  <p:tag name="KSO_WM_TEMPLATE_CATEGORY" val="diagram"/>
  <p:tag name="KSO_WM_TEMPLATE_INDEX" val="2021708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72"/>
  <p:tag name="KSO_WM_UNIT_SHOW_EDIT_AREA_INDICATION" val="1"/>
  <p:tag name="KSO_WM_CHIP_GROUPID" val="5e6b05596848fb12bee65ac8"/>
  <p:tag name="KSO_WM_CHIP_XID" val="5e6b05596848fb12bee65aca"/>
  <p:tag name="KSO_WM_UNIT_DEC_AREA_ID" val="0b5e953b8ecf441ca4383feb1f3f00d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dd13586027a3420c82af94eb6fddc829"/>
  <p:tag name="KSO_WM_UNIT_TEXT_FILL_FORE_SCHEMECOLOR_INDEX_BRIGHTNESS" val="0.25"/>
  <p:tag name="KSO_WM_UNIT_TEXT_FILL_FORE_SCHEMECOLOR_INDEX" val="13"/>
  <p:tag name="KSO_WM_UNIT_TEXT_FILL_TYPE" val="1"/>
  <p:tag name="KSO_WM_TEMPLATE_ASSEMBLE_XID" val="6065705a4054ed1e2fb814d5"/>
  <p:tag name="KSO_WM_TEMPLATE_ASSEMBLE_GROUPID" val="6065705a4054ed1e2fb814d5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83"/>
  <p:tag name="KSO_WM_SLIDE_ID" val="diagram20217083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a_d_f"/>
  <p:tag name="KSO_WM_SLIDE_LAYOUT_CNT" val="1_1_1"/>
  <p:tag name="KSO_WM_SLIDE_LAYOUT_INFO" val="{&quot;direction&quot;:1,&quot;id&quot;:&quot;2021-04-01T16:16:20&quot;,&quot;maxSize&quot;:{&quot;size1&quot;:62.6},&quot;minSize&quot;:{&quot;size1&quot;:37.5},&quot;normalSize&quot;:{&quot;size1&quot;:40.25625},&quot;subLayout&quot;:[{&quot;id&quot;:&quot;2021-04-01T16:16:20&quot;,&quot;margin&quot;:{&quot;bottom&quot;:0,&quot;left&quot;:0,&quot;right&quot;:0.02600000612437725,&quot;top&quot;:0},&quot;type&quot;:0},{&quot;id&quot;:&quot;2021-04-01T16:16:20&quot;,&quot;maxSize&quot;:{&quot;size1&quot;:55.59998498527458},&quot;minSize&quot;:{&quot;size1&quot;:19.999984985274583},&quot;normalSize&quot;:{&quot;size1&quot;:27.233318318607914},&quot;subLayout&quot;:[{&quot;id&quot;:&quot;2021-04-01T16:16:20&quot;,&quot;margin&quot;:{&quot;bottom&quot;:0.02600000612437725,&quot;left&quot;:1.6670000553131104,&quot;right&quot;:2.5399999618530273,&quot;top&quot;:1.6929999589920044},&quot;type&quot;:0},{&quot;id&quot;:&quot;2021-04-01T16:16:20&quot;,&quot;margin&quot;:{&quot;bottom&quot;:1.6929999589920044,&quot;left&quot;:1.6670000553131104,&quot;right&quot;:2.5399999618530273,&quot;top&quot;:0.8199999928474426},&quot;type&quot;:0}]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8d8998712faa657abe0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&quot;ct&quot;,&quot;lm&quot;,&quot;cb&quot;],&quot;fill_id&quot;:&quot;183eaf374f714a84b2c54a128e6c3011&quot;,&quot;fill_align&quot;:&quot;cm&quot;,&quot;chip_types&quot;:[&quot;picture&quot;]},{&quot;text_align&quot;:&quot;lb&quot;,&quot;text_direction&quot;:&quot;horizontal&quot;,&quot;support_big_font&quot;:false,&quot;picture_toward&quot;:0,&quot;picture_dockside&quot;:[],&quot;fill_id&quot;:&quot;80f4446c8ea64aa2a1ac5860ca22fbd5&quot;,&quot;fill_align&quot;:&quot;lb&quot;,&quot;chip_types&quot;:[&quot;text&quot;,&quot;header&quot;]},{&quot;text_align&quot;:&quot;lt&quot;,&quot;text_direction&quot;:&quot;horizontal&quot;,&quot;support_big_font&quot;:false,&quot;picture_toward&quot;:0,&quot;picture_dockside&quot;:[],&quot;fill_id&quot;:&quot;1385868f4354430e9671fb4142dbf48b&quot;,&quot;fill_align&quot;:&quot;lt&quot;,&quot;chip_types&quot;:[&quot;text&quot;]}]]"/>
  <p:tag name="KSO_WM_CHIP_DECFILLPROP" val="[]"/>
  <p:tag name="KSO_WM_SLIDE_TYPE" val="text"/>
  <p:tag name="KSO_WM_SLIDE_SIZE" val="888*540"/>
  <p:tag name="KSO_WM_SLIDE_POSITION" val="0*0"/>
  <p:tag name="KSO_WM_CHIP_GROUPID" val="5fadf8d8998712faa657abdf"/>
  <p:tag name="KSO_WM_SLIDE_BACKGROUND_TYPE" val="general"/>
  <p:tag name="KSO_WM_SLIDE_SUPPORT_FEATURE_TYPE" val="8"/>
  <p:tag name="KSO_WM_SLIDE_SUBTYPE" val="picTxt"/>
  <p:tag name="KSO_WM_TEMPLATE_ASSEMBLE_XID" val="6065705a4054ed1e2fb814d5"/>
  <p:tag name="KSO_WM_TEMPLATE_ASSEMBLE_GROUPID" val="6065705a4054ed1e2fb814d5"/>
  <p:tag name="KSO_WM_SPECIAL_SOURCE" val="bdnul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83_1*a*1"/>
  <p:tag name="KSO_WM_TEMPLATE_CATEGORY" val="diagram"/>
  <p:tag name="KSO_WM_TEMPLATE_INDEX" val="20217083"/>
  <p:tag name="KSO_WM_UNIT_LAYERLEVEL" val="1"/>
  <p:tag name="KSO_WM_TAG_VERSION" val="1.0"/>
  <p:tag name="KSO_WM_BEAUTIFY_FLAG" val="#wm#"/>
  <p:tag name="KSO_WM_UNIT_PRESET_TEXT" val="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62857bfe7c3487b9c707ae697b3de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88be469b56ee4f8fbb415a85280eb1fe"/>
  <p:tag name="KSO_WM_UNIT_TEXT_FILL_FORE_SCHEMECOLOR_INDEX_BRIGHTNESS" val="0"/>
  <p:tag name="KSO_WM_UNIT_TEXT_FILL_FORE_SCHEMECOLOR_INDEX" val="13"/>
  <p:tag name="KSO_WM_UNIT_TEXT_FILL_TYPE" val="1"/>
  <p:tag name="KSO_WM_TEMPLATE_ASSEMBLE_XID" val="6065705a4054ed1e2fb814d5"/>
  <p:tag name="KSO_WM_TEMPLATE_ASSEMBLE_GROUPID" val="6065705a4054ed1e2fb814d5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083_1*f*1"/>
  <p:tag name="KSO_WM_TEMPLATE_CATEGORY" val="diagram"/>
  <p:tag name="KSO_WM_TEMPLATE_INDEX" val="2021708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72"/>
  <p:tag name="KSO_WM_UNIT_SHOW_EDIT_AREA_INDICATION" val="1"/>
  <p:tag name="KSO_WM_CHIP_GROUPID" val="5e6b05596848fb12bee65ac8"/>
  <p:tag name="KSO_WM_CHIP_XID" val="5e6b05596848fb12bee65aca"/>
  <p:tag name="KSO_WM_UNIT_DEC_AREA_ID" val="0b5e953b8ecf441ca4383feb1f3f00d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dd13586027a3420c82af94eb6fddc829"/>
  <p:tag name="KSO_WM_UNIT_TEXT_FILL_FORE_SCHEMECOLOR_INDEX_BRIGHTNESS" val="0.25"/>
  <p:tag name="KSO_WM_UNIT_TEXT_FILL_FORE_SCHEMECOLOR_INDEX" val="13"/>
  <p:tag name="KSO_WM_UNIT_TEXT_FILL_TYPE" val="1"/>
  <p:tag name="KSO_WM_TEMPLATE_ASSEMBLE_XID" val="6065705a4054ed1e2fb814d5"/>
  <p:tag name="KSO_WM_TEMPLATE_ASSEMBLE_GROUPID" val="6065705a4054ed1e2fb814d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83"/>
  <p:tag name="KSO_WM_SPECIAL_SOURCE" val="bdnul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52"/>
  <p:tag name="KSO_WM_SLIDE_ID" val="diagram20209052_1"/>
  <p:tag name="KSO_WM_TEMPLATE_SUBCATEGORY" val="21"/>
  <p:tag name="KSO_WM_SLIDE_ITEM_CNT" val="0"/>
  <p:tag name="KSO_WM_SLIDE_INDEX" val="1"/>
  <p:tag name="KSO_WM_TAG_VERSION" val="1.0"/>
  <p:tag name="KSO_WM_SLIDE_LAYOUT" val="a_f"/>
  <p:tag name="KSO_WM_SLIDE_LAYOUT_CNT" val="1_1"/>
  <p:tag name="KSO_WM_SLIDE_TYPE" val="text"/>
  <p:tag name="KSO_WM_SLIDE_SUBTYPE" val="pureTxt"/>
  <p:tag name="KSO_WM_SLIDE_SIZE" val="959*456"/>
  <p:tag name="KSO_WM_SLIDE_POSITION" val="0*84"/>
  <p:tag name="KSO_WM_SLIDE_COLORSCHEME_VERSION" val="3.2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4:57&quot;,&quot;maxSize&quot;:{&quot;size1&quot;:33.5},&quot;minSize&quot;:{&quot;size1&quot;:33.5},&quot;normalSize&quot;:{&quot;size1&quot;:33.5},&quot;subLayout&quot;:[{&quot;id&quot;:&quot;2021-04-01T15:04:57&quot;,&quot;margin&quot;:{&quot;bottom&quot;:0.0260000042617321,&quot;left&quot;:1.6929999589920044,&quot;right&quot;:5.079999923706055,&quot;top&quot;:2.117000102996826},&quot;type&quot;:0},{&quot;id&quot;:&quot;2021-04-01T15:04:57&quot;,&quot;margin&quot;:{&quot;bottom&quot;:4.2330002784729,&quot;left&quot;:1.6929999589920044,&quot;right&quot;:1.6929999589920044,&quot;top&quot;:1.6670000553131104},&quot;type&quot;:0}],&quot;type&quot;:0}"/>
  <p:tag name="KSO_WM_SLIDE_RATIO" val="1.777778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b&quot;,&quot;text_direction&quot;:&quot;horizontal&quot;,&quot;support_big_font&quot;:false,&quot;fill_id&quot;:&quot;5a95084338614008b4a3592a762c7ba4&quot;,&quot;fill_align&quot;:&quot;lb&quot;,&quot;chip_types&quot;:[&quot;text&quot;,&quot;header&quot;]},{&quot;text_align&quot;:&quot;lt&quot;,&quot;text_direction&quot;:&quot;horizontal&quot;,&quot;support_big_font&quot;:false,&quot;fill_id&quot;:&quot;12cba8bde818492180022c48cdf73154&quot;,&quot;fill_align&quot;:&quot;lt&quot;,&quot;chip_types&quot;:[&quot;diagram&quot;,&quot;text&quot;,&quot;picture&quot;,&quot;chart&quot;,&quot;table&quot;]}]]"/>
  <p:tag name="KSO_WM_CHIP_XID" val="5efd90c781ee359a788b1dc8"/>
  <p:tag name="KSO_WM_CHIP_DECFILLPROP" val="[]"/>
  <p:tag name="KSO_WM_SLIDE_CAN_ADD_NAVIGATION" val="1"/>
  <p:tag name="KSO_WM_SLIDE_BACKGROUND" val="[&quot;general&quot;]"/>
  <p:tag name="KSO_WM_CHIP_GROUPID" val="5efd90c781ee359a788b1dc7"/>
  <p:tag name="KSO_WM_SLIDE_BACKGROUND_TYPE" val="general"/>
  <p:tag name="KSO_WM_SLIDE_SUPPORT_FEATURE_TYPE" val="0"/>
  <p:tag name="KSO_WM_TEMPLATE_ASSEMBLE_XID" val="60656e884054ed1e2fb7fae9"/>
  <p:tag name="KSO_WM_TEMPLATE_ASSEMBLE_GROUPID" val="60656e884054ed1e2fb7fae9"/>
  <p:tag name="KSO_WM_SPECIAL_SOURCE" val="bdnul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9052_1*a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1f1d914bffe44fc3af9d3f5881dabf0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4bc82c3d819842c5893e646657a12b98"/>
  <p:tag name="KSO_WM_UNIT_TEXT_FILL_FORE_SCHEMECOLOR_INDEX_BRIGHTNESS" val="0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52_1*f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58"/>
  <p:tag name="KSO_WM_UNIT_SHOW_EDIT_AREA_INDICATION" val="1"/>
  <p:tag name="KSO_WM_CHIP_GROUPID" val="5e6b05596848fb12bee65ac8"/>
  <p:tag name="KSO_WM_CHIP_XID" val="5e6b05596848fb12bee65aca"/>
  <p:tag name="KSO_WM_UNIT_DEC_AREA_ID" val="8413d2cdc0184527b2346d06c67d0e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97cf8bc1ac9a48deb4b01611b735588d"/>
  <p:tag name="KSO_WM_UNIT_SUPPORT_UNIT_TYPE" val="[&quot;l&quot;,&quot;m&quot;,&quot;n&quot;,&quot;o&quot;,&quot;p&quot;,&quot;q&quot;,&quot;r&quot;,&quot;δ&quot;,&quot;ε&quot;,&quot;ζ&quot;,&quot;η&quot;,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9052_1*i*3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  <p:tag name="KSO_WM_UNIT_BLOCK" val="0"/>
  <p:tag name="KSO_WM_UNIT_SM_LIMIT_TYPE" val="2"/>
  <p:tag name="KSO_WM_UNIT_DEC_AREA_ID" val="28fe05600c6746138762ac005d130c77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1}"/>
  <p:tag name="KSO_WM_CHIP_GROUPID" val="5efd90c781ee359a788b1dc7"/>
  <p:tag name="KSO_WM_CHIP_XID" val="5efd90c781ee359a788b1dc8"/>
  <p:tag name="KSO_WM_UNIT_LINE_FORE_SCHEMECOLOR_INDEX_BRIGHTNESS" val="0"/>
  <p:tag name="KSO_WM_UNIT_LINE_FORE_SCHEMECOLOR_INDEX" val="5"/>
  <p:tag name="KSO_WM_UNIT_LINE_FILL_TYPE" val="2"/>
  <p:tag name="KSO_WM_TEMPLATE_ASSEMBLE_XID" val="60656e884054ed1e2fb7fae9"/>
  <p:tag name="KSO_WM_TEMPLATE_ASSEMBLE_GROUPID" val="60656e884054ed1e2fb7fae9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52"/>
  <p:tag name="KSO_WM_SLIDE_ID" val="diagram20209052_1"/>
  <p:tag name="KSO_WM_TEMPLATE_SUBCATEGORY" val="21"/>
  <p:tag name="KSO_WM_SLIDE_ITEM_CNT" val="0"/>
  <p:tag name="KSO_WM_SLIDE_INDEX" val="1"/>
  <p:tag name="KSO_WM_TAG_VERSION" val="1.0"/>
  <p:tag name="KSO_WM_SLIDE_LAYOUT" val="a_f"/>
  <p:tag name="KSO_WM_SLIDE_LAYOUT_CNT" val="1_1"/>
  <p:tag name="KSO_WM_SLIDE_TYPE" val="text"/>
  <p:tag name="KSO_WM_SLIDE_SUBTYPE" val="pureTxt"/>
  <p:tag name="KSO_WM_SLIDE_SIZE" val="959*456"/>
  <p:tag name="KSO_WM_SLIDE_POSITION" val="0*84"/>
  <p:tag name="KSO_WM_SLIDE_COLORSCHEME_VERSION" val="3.2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4:57&quot;,&quot;maxSize&quot;:{&quot;size1&quot;:33.5},&quot;minSize&quot;:{&quot;size1&quot;:33.5},&quot;normalSize&quot;:{&quot;size1&quot;:33.5},&quot;subLayout&quot;:[{&quot;id&quot;:&quot;2021-04-01T15:04:57&quot;,&quot;margin&quot;:{&quot;bottom&quot;:0.0260000042617321,&quot;left&quot;:1.6929999589920044,&quot;right&quot;:5.079999923706055,&quot;top&quot;:2.117000102996826},&quot;type&quot;:0},{&quot;id&quot;:&quot;2021-04-01T15:04:57&quot;,&quot;margin&quot;:{&quot;bottom&quot;:4.2330002784729,&quot;left&quot;:1.6929999589920044,&quot;right&quot;:1.6929999589920044,&quot;top&quot;:1.6670000553131104},&quot;type&quot;:0}],&quot;type&quot;:0}"/>
  <p:tag name="KSO_WM_SLIDE_RATIO" val="1.777778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b&quot;,&quot;text_direction&quot;:&quot;horizontal&quot;,&quot;support_big_font&quot;:false,&quot;fill_id&quot;:&quot;5a95084338614008b4a3592a762c7ba4&quot;,&quot;fill_align&quot;:&quot;lb&quot;,&quot;chip_types&quot;:[&quot;text&quot;,&quot;header&quot;]},{&quot;text_align&quot;:&quot;lt&quot;,&quot;text_direction&quot;:&quot;horizontal&quot;,&quot;support_big_font&quot;:false,&quot;fill_id&quot;:&quot;12cba8bde818492180022c48cdf73154&quot;,&quot;fill_align&quot;:&quot;lt&quot;,&quot;chip_types&quot;:[&quot;diagram&quot;,&quot;text&quot;,&quot;picture&quot;,&quot;chart&quot;,&quot;table&quot;]}]]"/>
  <p:tag name="KSO_WM_CHIP_XID" val="5efd90c781ee359a788b1dc8"/>
  <p:tag name="KSO_WM_CHIP_DECFILLPROP" val="[]"/>
  <p:tag name="KSO_WM_SLIDE_CAN_ADD_NAVIGATION" val="1"/>
  <p:tag name="KSO_WM_SLIDE_BACKGROUND" val="[&quot;general&quot;]"/>
  <p:tag name="KSO_WM_CHIP_GROUPID" val="5efd90c781ee359a788b1dc7"/>
  <p:tag name="KSO_WM_SLIDE_BACKGROUND_TYPE" val="general"/>
  <p:tag name="KSO_WM_SLIDE_SUPPORT_FEATURE_TYPE" val="0"/>
  <p:tag name="KSO_WM_TEMPLATE_ASSEMBLE_XID" val="60656e884054ed1e2fb7fae9"/>
  <p:tag name="KSO_WM_TEMPLATE_ASSEMBLE_GROUPID" val="60656e884054ed1e2fb7fae9"/>
  <p:tag name="KSO_WM_SPECIAL_SOURCE" val="bdnul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9052_1*a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1f1d914bffe44fc3af9d3f5881dabf0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4bc82c3d819842c5893e646657a12b98"/>
  <p:tag name="KSO_WM_UNIT_TEXT_FILL_FORE_SCHEMECOLOR_INDEX_BRIGHTNESS" val="0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52_1*f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58"/>
  <p:tag name="KSO_WM_UNIT_SHOW_EDIT_AREA_INDICATION" val="1"/>
  <p:tag name="KSO_WM_CHIP_GROUPID" val="5e6b05596848fb12bee65ac8"/>
  <p:tag name="KSO_WM_CHIP_XID" val="5e6b05596848fb12bee65aca"/>
  <p:tag name="KSO_WM_UNIT_DEC_AREA_ID" val="8413d2cdc0184527b2346d06c67d0e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97cf8bc1ac9a48deb4b01611b735588d"/>
  <p:tag name="KSO_WM_UNIT_SUPPORT_UNIT_TYPE" val="[&quot;l&quot;,&quot;m&quot;,&quot;n&quot;,&quot;o&quot;,&quot;p&quot;,&quot;q&quot;,&quot;r&quot;,&quot;δ&quot;,&quot;ε&quot;,&quot;ζ&quot;,&quot;η&quot;,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9052_1*i*3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  <p:tag name="KSO_WM_UNIT_BLOCK" val="0"/>
  <p:tag name="KSO_WM_UNIT_SM_LIMIT_TYPE" val="2"/>
  <p:tag name="KSO_WM_UNIT_DEC_AREA_ID" val="28fe05600c6746138762ac005d130c77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1}"/>
  <p:tag name="KSO_WM_CHIP_GROUPID" val="5efd90c781ee359a788b1dc7"/>
  <p:tag name="KSO_WM_CHIP_XID" val="5efd90c781ee359a788b1dc8"/>
  <p:tag name="KSO_WM_UNIT_LINE_FORE_SCHEMECOLOR_INDEX_BRIGHTNESS" val="0"/>
  <p:tag name="KSO_WM_UNIT_LINE_FORE_SCHEMECOLOR_INDEX" val="5"/>
  <p:tag name="KSO_WM_UNIT_LINE_FILL_TYPE" val="2"/>
  <p:tag name="KSO_WM_TEMPLATE_ASSEMBLE_XID" val="60656e884054ed1e2fb7fae9"/>
  <p:tag name="KSO_WM_TEMPLATE_ASSEMBLE_GROUPID" val="60656e884054ed1e2fb7fae9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52"/>
  <p:tag name="KSO_WM_SLIDE_ID" val="diagram20209052_1"/>
  <p:tag name="KSO_WM_TEMPLATE_SUBCATEGORY" val="21"/>
  <p:tag name="KSO_WM_SLIDE_ITEM_CNT" val="0"/>
  <p:tag name="KSO_WM_SLIDE_INDEX" val="1"/>
  <p:tag name="KSO_WM_TAG_VERSION" val="1.0"/>
  <p:tag name="KSO_WM_SLIDE_LAYOUT" val="a_f"/>
  <p:tag name="KSO_WM_SLIDE_LAYOUT_CNT" val="1_1"/>
  <p:tag name="KSO_WM_SLIDE_TYPE" val="text"/>
  <p:tag name="KSO_WM_SLIDE_SUBTYPE" val="pureTxt"/>
  <p:tag name="KSO_WM_SLIDE_SIZE" val="959*456"/>
  <p:tag name="KSO_WM_SLIDE_POSITION" val="0*84"/>
  <p:tag name="KSO_WM_SLIDE_COLORSCHEME_VERSION" val="3.2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4:57&quot;,&quot;maxSize&quot;:{&quot;size1&quot;:33.5},&quot;minSize&quot;:{&quot;size1&quot;:33.5},&quot;normalSize&quot;:{&quot;size1&quot;:33.5},&quot;subLayout&quot;:[{&quot;id&quot;:&quot;2021-04-01T15:04:57&quot;,&quot;margin&quot;:{&quot;bottom&quot;:0.0260000042617321,&quot;left&quot;:1.6929999589920044,&quot;right&quot;:5.079999923706055,&quot;top&quot;:2.117000102996826},&quot;type&quot;:0},{&quot;id&quot;:&quot;2021-04-01T15:04:57&quot;,&quot;margin&quot;:{&quot;bottom&quot;:4.2330002784729,&quot;left&quot;:1.6929999589920044,&quot;right&quot;:1.6929999589920044,&quot;top&quot;:1.6670000553131104},&quot;type&quot;:0}],&quot;type&quot;:0}"/>
  <p:tag name="KSO_WM_SLIDE_RATIO" val="1.777778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b&quot;,&quot;text_direction&quot;:&quot;horizontal&quot;,&quot;support_big_font&quot;:false,&quot;fill_id&quot;:&quot;5a95084338614008b4a3592a762c7ba4&quot;,&quot;fill_align&quot;:&quot;lb&quot;,&quot;chip_types&quot;:[&quot;text&quot;,&quot;header&quot;]},{&quot;text_align&quot;:&quot;lt&quot;,&quot;text_direction&quot;:&quot;horizontal&quot;,&quot;support_big_font&quot;:false,&quot;fill_id&quot;:&quot;12cba8bde818492180022c48cdf73154&quot;,&quot;fill_align&quot;:&quot;lt&quot;,&quot;chip_types&quot;:[&quot;diagram&quot;,&quot;text&quot;,&quot;picture&quot;,&quot;chart&quot;,&quot;table&quot;]}]]"/>
  <p:tag name="KSO_WM_CHIP_XID" val="5efd90c781ee359a788b1dc8"/>
  <p:tag name="KSO_WM_CHIP_DECFILLPROP" val="[]"/>
  <p:tag name="KSO_WM_SLIDE_CAN_ADD_NAVIGATION" val="1"/>
  <p:tag name="KSO_WM_SLIDE_BACKGROUND" val="[&quot;general&quot;]"/>
  <p:tag name="KSO_WM_CHIP_GROUPID" val="5efd90c781ee359a788b1dc7"/>
  <p:tag name="KSO_WM_SLIDE_BACKGROUND_TYPE" val="general"/>
  <p:tag name="KSO_WM_SLIDE_SUPPORT_FEATURE_TYPE" val="0"/>
  <p:tag name="KSO_WM_TEMPLATE_ASSEMBLE_XID" val="60656e884054ed1e2fb7fae9"/>
  <p:tag name="KSO_WM_TEMPLATE_ASSEMBLE_GROUPID" val="60656e884054ed1e2fb7fae9"/>
  <p:tag name="KSO_WM_SPECIAL_SOURCE" val="bdnul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9052_1*a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1f1d914bffe44fc3af9d3f5881dabf0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4bc82c3d819842c5893e646657a12b98"/>
  <p:tag name="KSO_WM_UNIT_TEXT_FILL_FORE_SCHEMECOLOR_INDEX_BRIGHTNESS" val="0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52_1*f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58"/>
  <p:tag name="KSO_WM_UNIT_SHOW_EDIT_AREA_INDICATION" val="1"/>
  <p:tag name="KSO_WM_CHIP_GROUPID" val="5e6b05596848fb12bee65ac8"/>
  <p:tag name="KSO_WM_CHIP_XID" val="5e6b05596848fb12bee65aca"/>
  <p:tag name="KSO_WM_UNIT_DEC_AREA_ID" val="8413d2cdc0184527b2346d06c67d0e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97cf8bc1ac9a48deb4b01611b735588d"/>
  <p:tag name="KSO_WM_UNIT_SUPPORT_UNIT_TYPE" val="[&quot;l&quot;,&quot;m&quot;,&quot;n&quot;,&quot;o&quot;,&quot;p&quot;,&quot;q&quot;,&quot;r&quot;,&quot;δ&quot;,&quot;ε&quot;,&quot;ζ&quot;,&quot;η&quot;,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9052_1*i*3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  <p:tag name="KSO_WM_UNIT_BLOCK" val="0"/>
  <p:tag name="KSO_WM_UNIT_SM_LIMIT_TYPE" val="2"/>
  <p:tag name="KSO_WM_UNIT_DEC_AREA_ID" val="28fe05600c6746138762ac005d130c77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1}"/>
  <p:tag name="KSO_WM_CHIP_GROUPID" val="5efd90c781ee359a788b1dc7"/>
  <p:tag name="KSO_WM_CHIP_XID" val="5efd90c781ee359a788b1dc8"/>
  <p:tag name="KSO_WM_UNIT_LINE_FORE_SCHEMECOLOR_INDEX_BRIGHTNESS" val="0"/>
  <p:tag name="KSO_WM_UNIT_LINE_FORE_SCHEMECOLOR_INDEX" val="5"/>
  <p:tag name="KSO_WM_UNIT_LINE_FILL_TYPE" val="2"/>
  <p:tag name="KSO_WM_TEMPLATE_ASSEMBLE_XID" val="60656e884054ed1e2fb7fae9"/>
  <p:tag name="KSO_WM_TEMPLATE_ASSEMBLE_GROUPID" val="60656e884054ed1e2fb7fae9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52"/>
  <p:tag name="KSO_WM_SLIDE_ID" val="diagram20209052_1"/>
  <p:tag name="KSO_WM_TEMPLATE_SUBCATEGORY" val="21"/>
  <p:tag name="KSO_WM_SLIDE_ITEM_CNT" val="0"/>
  <p:tag name="KSO_WM_SLIDE_INDEX" val="1"/>
  <p:tag name="KSO_WM_TAG_VERSION" val="1.0"/>
  <p:tag name="KSO_WM_SLIDE_LAYOUT" val="a_f"/>
  <p:tag name="KSO_WM_SLIDE_LAYOUT_CNT" val="1_1"/>
  <p:tag name="KSO_WM_SLIDE_TYPE" val="text"/>
  <p:tag name="KSO_WM_SLIDE_SUBTYPE" val="pureTxt"/>
  <p:tag name="KSO_WM_SLIDE_SIZE" val="959*456"/>
  <p:tag name="KSO_WM_SLIDE_POSITION" val="0*84"/>
  <p:tag name="KSO_WM_SLIDE_COLORSCHEME_VERSION" val="3.2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4:57&quot;,&quot;maxSize&quot;:{&quot;size1&quot;:33.5},&quot;minSize&quot;:{&quot;size1&quot;:33.5},&quot;normalSize&quot;:{&quot;size1&quot;:33.5},&quot;subLayout&quot;:[{&quot;id&quot;:&quot;2021-04-01T15:04:57&quot;,&quot;margin&quot;:{&quot;bottom&quot;:0.0260000042617321,&quot;left&quot;:1.6929999589920044,&quot;right&quot;:5.079999923706055,&quot;top&quot;:2.117000102996826},&quot;type&quot;:0},{&quot;id&quot;:&quot;2021-04-01T15:04:57&quot;,&quot;margin&quot;:{&quot;bottom&quot;:4.2330002784729,&quot;left&quot;:1.6929999589920044,&quot;right&quot;:1.6929999589920044,&quot;top&quot;:1.6670000553131104},&quot;type&quot;:0}],&quot;type&quot;:0}"/>
  <p:tag name="KSO_WM_SLIDE_RATIO" val="1.777778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b&quot;,&quot;text_direction&quot;:&quot;horizontal&quot;,&quot;support_big_font&quot;:false,&quot;fill_id&quot;:&quot;5a95084338614008b4a3592a762c7ba4&quot;,&quot;fill_align&quot;:&quot;lb&quot;,&quot;chip_types&quot;:[&quot;text&quot;,&quot;header&quot;]},{&quot;text_align&quot;:&quot;lt&quot;,&quot;text_direction&quot;:&quot;horizontal&quot;,&quot;support_big_font&quot;:false,&quot;fill_id&quot;:&quot;12cba8bde818492180022c48cdf73154&quot;,&quot;fill_align&quot;:&quot;lt&quot;,&quot;chip_types&quot;:[&quot;diagram&quot;,&quot;text&quot;,&quot;picture&quot;,&quot;chart&quot;,&quot;table&quot;]}]]"/>
  <p:tag name="KSO_WM_CHIP_XID" val="5efd90c781ee359a788b1dc8"/>
  <p:tag name="KSO_WM_CHIP_DECFILLPROP" val="[]"/>
  <p:tag name="KSO_WM_SLIDE_CAN_ADD_NAVIGATION" val="1"/>
  <p:tag name="KSO_WM_SLIDE_BACKGROUND" val="[&quot;general&quot;]"/>
  <p:tag name="KSO_WM_CHIP_GROUPID" val="5efd90c781ee359a788b1dc7"/>
  <p:tag name="KSO_WM_SLIDE_BACKGROUND_TYPE" val="general"/>
  <p:tag name="KSO_WM_SLIDE_SUPPORT_FEATURE_TYPE" val="0"/>
  <p:tag name="KSO_WM_TEMPLATE_ASSEMBLE_XID" val="60656e884054ed1e2fb7fae9"/>
  <p:tag name="KSO_WM_TEMPLATE_ASSEMBLE_GROUPID" val="60656e884054ed1e2fb7fae9"/>
  <p:tag name="KSO_WM_SPECIAL_SOURCE" val="bdnul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9052_1*a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1f1d914bffe44fc3af9d3f5881dabf0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4bc82c3d819842c5893e646657a12b98"/>
  <p:tag name="KSO_WM_UNIT_TEXT_FILL_FORE_SCHEMECOLOR_INDEX_BRIGHTNESS" val="0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52_1*f*1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58"/>
  <p:tag name="KSO_WM_UNIT_SHOW_EDIT_AREA_INDICATION" val="1"/>
  <p:tag name="KSO_WM_CHIP_GROUPID" val="5e6b05596848fb12bee65ac8"/>
  <p:tag name="KSO_WM_CHIP_XID" val="5e6b05596848fb12bee65aca"/>
  <p:tag name="KSO_WM_UNIT_DEC_AREA_ID" val="8413d2cdc0184527b2346d06c67d0e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97cf8bc1ac9a48deb4b01611b735588d"/>
  <p:tag name="KSO_WM_UNIT_SUPPORT_UNIT_TYPE" val="[&quot;l&quot;,&quot;m&quot;,&quot;n&quot;,&quot;o&quot;,&quot;p&quot;,&quot;q&quot;,&quot;r&quot;,&quot;δ&quot;,&quot;ε&quot;,&quot;ζ&quot;,&quot;η&quot;,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884054ed1e2fb7fae9"/>
  <p:tag name="KSO_WM_TEMPLATE_ASSEMBLE_GROUPID" val="60656e884054ed1e2fb7fae9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9052_1*i*3"/>
  <p:tag name="KSO_WM_TEMPLATE_CATEGORY" val="diagram"/>
  <p:tag name="KSO_WM_TEMPLATE_INDEX" val="20209052"/>
  <p:tag name="KSO_WM_UNIT_LAYERLEVEL" val="1"/>
  <p:tag name="KSO_WM_TAG_VERSION" val="1.0"/>
  <p:tag name="KSO_WM_BEAUTIFY_FLAG" val="#wm#"/>
  <p:tag name="KSO_WM_UNIT_COLOR_SCHEME_SHAPE_ID" val="5"/>
  <p:tag name="KSO_WM_UNIT_COLOR_SCHEME_PARENT_PAGE" val="0_1"/>
  <p:tag name="KSO_WM_UNIT_DECOLORIZATION" val="1"/>
  <p:tag name="KSO_WM_UNIT_BLOCK" val="0"/>
  <p:tag name="KSO_WM_UNIT_SM_LIMIT_TYPE" val="2"/>
  <p:tag name="KSO_WM_UNIT_DEC_AREA_ID" val="28fe05600c6746138762ac005d130c77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1}"/>
  <p:tag name="KSO_WM_CHIP_GROUPID" val="5efd90c781ee359a788b1dc7"/>
  <p:tag name="KSO_WM_CHIP_XID" val="5efd90c781ee359a788b1dc8"/>
  <p:tag name="KSO_WM_UNIT_LINE_FORE_SCHEMECOLOR_INDEX_BRIGHTNESS" val="0"/>
  <p:tag name="KSO_WM_UNIT_LINE_FORE_SCHEMECOLOR_INDEX" val="5"/>
  <p:tag name="KSO_WM_UNIT_LINE_FILL_TYPE" val="2"/>
  <p:tag name="KSO_WM_TEMPLATE_ASSEMBLE_XID" val="60656e884054ed1e2fb7fae9"/>
  <p:tag name="KSO_WM_TEMPLATE_ASSEMBLE_GROUPID" val="60656e884054ed1e2fb7fae9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194755"/>
  <p:tag name="KSO_WM_SLIDE_COLORSCHEME_VERSION" val="3.2"/>
  <p:tag name="KSO_WM_SLIDE_ID" val="diagram20194755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19*458"/>
  <p:tag name="KSO_WM_SLIDE_POSITION" val="26*50"/>
  <p:tag name="KSO_WM_TAG_VERSION" val="1.0"/>
  <p:tag name="KSO_WM_SLIDE_LAYOUT" val="a_f"/>
  <p:tag name="KSO_WM_SLIDE_LAYOUT_CNT" val="1_1"/>
  <p:tag name="KSO_WM_SLIDE_BACKGROUND_TYPE" val="general"/>
  <p:tag name="KSO_WM_SPECIAL_SOURCE" val="bdnul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194755_1*i*1"/>
  <p:tag name="KSO_WM_TEMPLATE_CATEGORY" val="diagram"/>
  <p:tag name="KSO_WM_TEMPLATE_INDEX" val="20194755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194755_1*i*2"/>
  <p:tag name="KSO_WM_TEMPLATE_CATEGORY" val="diagram"/>
  <p:tag name="KSO_WM_TEMPLATE_INDEX" val="20194755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d-4-2"/>
  <p:tag name="KSO_WM_UNIT_COLOR_SCHEME_SHAPE_ID" val="2"/>
  <p:tag name="KSO_WM_UNIT_COLOR_SCHEME_PARENT_PAGE" val="0_1"/>
  <p:tag name="KSO_WM_UNIT_SUBTYPE" val="a"/>
  <p:tag name="KSO_WM_UNIT_PRESET_TEXT" val="单击此处添加小标题：&#10;点击此处添加正文，文字是您思想的提炼，为了最终演示发布的良好效果，请尽量言简意赅的阐述观点；根据需要可酌情增减文字，以便观者可以准确理解您所传达的信息。您的正文已经简明扼要，字字珠玑，但信息却千丝万缕、错综复杂，需要用更多的文字来表述；但请您尽可能提炼思想的精髓，恰如其分的表达观点，往往可以事半功倍。&#10;我们为您  标注了最  适合的位  置您输入  的文字到  这里时就  是最佳视&#10;为了能让  您有更直  观的字数  感受并进  一步方便    &#10;单击此处添加小标题：&#10;点击此处添加正文，文字是您思想的提炼，为了最终演示发布的良好效果，请尽量言简意赅。"/>
  <p:tag name="KSO_WM_UNIT_NOCLEAR" val="1"/>
  <p:tag name="KSO_WM_UNIT_VALUE" val="4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194755_1*f*1"/>
  <p:tag name="KSO_WM_TEMPLATE_CATEGORY" val="diagram"/>
  <p:tag name="KSO_WM_TEMPLATE_INDEX" val="20194755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a-3-2"/>
  <p:tag name="KSO_WM_UNIT_COLOR_SCHEME_SHAPE_ID" val="3"/>
  <p:tag name="KSO_WM_UNIT_COLOR_SCHEME_PARENT_PAGE" val="0_1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194755_1*a*1"/>
  <p:tag name="KSO_WM_TEMPLATE_CATEGORY" val="diagram"/>
  <p:tag name="KSO_WM_TEMPLATE_INDEX" val="20194755"/>
  <p:tag name="KSO_WM_UNIT_LAYERLEVEL" val="1"/>
  <p:tag name="KSO_WM_TAG_VERSION" val="1.0"/>
  <p:tag name="KSO_WM_BEAUTIFY_FLAG" val="#wm#"/>
  <p:tag name="KSO_WM_UNIT_PRESET_TEXT" val="单击此处添加标题"/>
  <p:tag name="KSO_WM_UNIT_TEXT_FILL_FORE_SCHEMECOLOR_INDEX_BRIGHTNESS" val="0.25"/>
  <p:tag name="KSO_WM_UNIT_TEXT_FILL_FORE_SCHEMECOLOR_INDEX" val="13"/>
  <p:tag name="KSO_WM_UNIT_TEXT_FILL_TYPE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5118"/>
  <p:tag name="KSO_WM_SLIDE_ID" val="diagram20205118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59*540"/>
  <p:tag name="KSO_WM_SLIDE_POSITION" val="0*0"/>
  <p:tag name="KSO_WM_TAG_VERSION" val="1.0"/>
  <p:tag name="KSO_WM_SLIDE_LAYOUT" val="a_b_f"/>
  <p:tag name="KSO_WM_SLIDE_LAYOUT_CNT" val="1_1_1"/>
  <p:tag name="KSO_WM_SLIDE_BACKGROUND_TYPE" val="general"/>
  <p:tag name="KSO_WM_SPECIAL_SOURCE" val="bdnul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a-4-1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5118_1*a*1"/>
  <p:tag name="KSO_WM_TEMPLATE_CATEGORY" val="diagram"/>
  <p:tag name="KSO_WM_TEMPLATE_INDEX" val="20205118"/>
  <p:tag name="KSO_WM_UNIT_LAYERLEVEL" val="1"/>
  <p:tag name="KSO_WM_TAG_VERSION" val="1.0"/>
  <p:tag name="KSO_WM_BEAUTIFY_FLAG" val="#wm#"/>
  <p:tag name="KSO_WM_UNIT_PRESET_TEXT" val="单击此处&#10;添加大标题"/>
  <p:tag name="KSO_WM_UNIT_TEXT_FILL_FORE_SCHEMECOLOR_INDEX_BRIGHTNESS" val="0"/>
  <p:tag name="KSO_WM_UNIT_TEXT_FILL_FORE_SCHEMECOLOR_INDEX" val="14"/>
  <p:tag name="KSO_WM_UNIT_TEXT_FILL_TYPE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5118_1*f*1"/>
  <p:tag name="KSO_WM_TEMPLATE_CATEGORY" val="diagram"/>
  <p:tag name="KSO_WM_TEMPLATE_INDEX" val="20205118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"/>
  <p:tag name="KSO_WM_UNIT_TEXT_FILL_FORE_SCHEMECOLOR_INDEX_BRIGHTNESS" val="0.25"/>
  <p:tag name="KSO_WM_UNIT_TEXT_FILL_FORE_SCHEMECOLOR_INDEX" val="13"/>
  <p:tag name="KSO_WM_UNIT_TEXT_FILL_TYPE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83"/>
  <p:tag name="KSO_WM_SPECIAL_SOURCE" val="bdnul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8717"/>
  <p:tag name="KSO_WM_SLIDE_ID" val="diagram20208717_1"/>
  <p:tag name="KSO_WM_TEMPLATE_SUBCATEGORY" val="21"/>
  <p:tag name="KSO_WM_SLIDE_TYPE" val="text"/>
  <p:tag name="KSO_WM_SLIDE_SUBTYPE" val="pureTxt"/>
  <p:tag name="KSO_WM_SLIDE_ITEM_CNT" val="0"/>
  <p:tag name="KSO_WM_SLIDE_INDEX" val="1"/>
  <p:tag name="KSO_WM_SLIDE_SIZE" val="937*480"/>
  <p:tag name="KSO_WM_SLIDE_POSITION" val="22*0"/>
  <p:tag name="KSO_WM_TAG_VERSION" val="1.0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1:46&quot;,&quot;maxSize&quot;:{&quot;size1&quot;:22.4},&quot;minSize&quot;:{&quot;size1&quot;:20},&quot;normalSize&quot;:{&quot;size1&quot;:22.4},&quot;subLayout&quot;:[{&quot;id&quot;:&quot;2021-04-01T15:01:46&quot;,&quot;margin&quot;:{&quot;bottom&quot;:0.02600000612437725,&quot;left&quot;:1.6929999589920044,&quot;right&quot;:8.043000221252441,&quot;top&quot;:1.6929999589920044},&quot;type&quot;:0},{&quot;id&quot;:&quot;2021-04-01T15:01:47&quot;,&quot;margin&quot;:{&quot;bottom&quot;:2.9629998207092285,&quot;left&quot;:3.38700008392334,&quot;right&quot;:3.385999917984009,&quot;top&quot;:2.0899999141693115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big_font&quot;:true,&quot;fill_id&quot;:&quot;cbc5ad0736cf4eccbc3375f750b410a4&quot;,&quot;fill_align&quot;:&quot;lm&quot;,&quot;chip_types&quot;:[&quot;header&quot;]},{&quot;text_align&quot;:&quot;lm&quot;,&quot;text_direction&quot;:&quot;horizontal&quot;,&quot;support_big_font&quot;:true,&quot;fill_id&quot;:&quot;001301a16bfe4fee952b84fd55dd512d&quot;,&quot;fill_align&quot;:&quot;cm&quot;,&quot;chip_types&quot;:[&quot;text&quot;]}],[{&quot;text_align&quot;:&quot;lm&quot;,&quot;text_direction&quot;:&quot;horizontal&quot;,&quot;support_big_font&quot;:false,&quot;fill_id&quot;:&quot;cbc5ad0736cf4eccbc3375f750b410a4&quot;,&quot;fill_align&quot;:&quot;lm&quot;,&quot;chip_types&quot;:[&quot;header&quot;]},{&quot;text_align&quot;:&quot;cm&quot;,&quot;text_direction&quot;:&quot;horizontal&quot;,&quot;support_features&quot;:[&quot;collage&quot;],&quot;support_big_font&quot;:false,&quot;fill_id&quot;:&quot;001301a16bfe4fee952b84fd55dd512d&quot;,&quot;fill_align&quot;:&quot;cm&quot;,&quot;chip_types&quot;:[&quot;diagram&quot;,&quot;pictext&quot;,&quot;picture&quot;,&quot;chart&quot;,&quot;table&quot;,&quot;video&quot;]}]]"/>
  <p:tag name="KSO_WM_TEMPLATE_MASTER_TYPE" val="0"/>
  <p:tag name="KSO_WM_TEMPLATE_COLOR_TYPE" val="1"/>
  <p:tag name="KSO_WM_CHIP_XID" val="5ef1707e5bb2a422ac9a2b54"/>
  <p:tag name="KSO_WM_CHIP_DECFILLPROP" val="[]"/>
  <p:tag name="KSO_WM_SLIDE_CAN_ADD_NAVIGATION" val="1"/>
  <p:tag name="KSO_WM_CHIP_GROUPID" val="5ef1707e5bb2a422ac9a2b53"/>
  <p:tag name="KSO_WM_SLIDE_BACKGROUND_TYPE" val="general"/>
  <p:tag name="KSO_WM_SLIDE_SUPPORT_FEATURE_TYPE" val="0"/>
  <p:tag name="KSO_WM_TEMPLATE_ASSEMBLE_XID" val="60656e7d4054ed1e2fb7f9cb"/>
  <p:tag name="KSO_WM_TEMPLATE_ASSEMBLE_GROUPID" val="60656e7d4054ed1e2fb7f9cb"/>
  <p:tag name="KSO_WM_SPECIAL_SOURCE" val="bdnul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17_1*i*2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7d16a5fd8004a03af2e09f03448e1b9"/>
  <p:tag name="KSO_WM_UNIT_DECORATE_INFO" val="{&quot;ReferentInfo&quot;:{&quot;Id&quot;:&quot;slide&quot;,&quot;X&quot;:{&quot;Pos&quot;:0},&quot;Y&quot;:{&quot;Pos&quot;:1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ef1707e5bb2a422ac9a2b53"/>
  <p:tag name="KSO_WM_CHIP_XID" val="5ef1707e5bb2a422ac9a2b54"/>
  <p:tag name="KSO_WM_TEMPLATE_ASSEMBLE_XID" val="60656e7d4054ed1e2fb7f9cb"/>
  <p:tag name="KSO_WM_TEMPLATE_ASSEMBLE_GROUPID" val="60656e7d4054ed1e2fb7f9cb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08717_1*i*10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ed8f6655b3ee4479a375f3dc9d7233b9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ad37aaffd614aaa8b62bb0beaa6b1cc&quot;,&quot;X&quot;:{&quot;Pos&quot;:1},&quot;Y&quot;:{&quot;Pos&quot;:1}},&quot;whChangeMode&quot;:0}"/>
  <p:tag name="KSO_WM_CHIP_GROUPID" val="5ef1707e5bb2a422ac9a2b53"/>
  <p:tag name="KSO_WM_CHIP_XID" val="5ef1707e5bb2a422ac9a2b54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720"/>
  <p:tag name="KSO_WM_TEMPLATE_ASSEMBLE_XID" val="60656e7d4054ed1e2fb7f9cb"/>
  <p:tag name="KSO_WM_TEMPLATE_ASSEMBLE_GROUPID" val="60656e7d4054ed1e2fb7f9cb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17_1*a*1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4263947f9f84e0894b149f4760c72b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88223b83d2048799750df44bb191ccd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7d4054ed1e2fb7f9cb"/>
  <p:tag name="KSO_WM_TEMPLATE_ASSEMBLE_GROUPID" val="60656e7d4054ed1e2fb7f9cb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717_1*f*1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342"/>
  <p:tag name="KSO_WM_UNIT_SHOW_EDIT_AREA_INDICATION" val="1"/>
  <p:tag name="KSO_WM_CHIP_GROUPID" val="5e6b05596848fb12bee65ac8"/>
  <p:tag name="KSO_WM_CHIP_XID" val="5e6b05596848fb12bee65aca"/>
  <p:tag name="KSO_WM_UNIT_DEC_AREA_ID" val="bad37aaffd614aaa8b62bb0beaa6b1c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577a3270a51498d911295e59d240259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60656e7d4054ed1e2fb7f9cb"/>
  <p:tag name="KSO_WM_TEMPLATE_ASSEMBLE_GROUPID" val="60656e7d4054ed1e2fb7f9cb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8717_1*i*3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08717_1*i*8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8717_1*i*9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8717_1*i*6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17_1*i*7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8717_1*i*4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8717_1*i*5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8717"/>
  <p:tag name="KSO_WM_SLIDE_ID" val="diagram20208717_1"/>
  <p:tag name="KSO_WM_TEMPLATE_SUBCATEGORY" val="21"/>
  <p:tag name="KSO_WM_SLIDE_TYPE" val="text"/>
  <p:tag name="KSO_WM_SLIDE_SUBTYPE" val="pureTxt"/>
  <p:tag name="KSO_WM_SLIDE_ITEM_CNT" val="0"/>
  <p:tag name="KSO_WM_SLIDE_INDEX" val="1"/>
  <p:tag name="KSO_WM_SLIDE_SIZE" val="937*480"/>
  <p:tag name="KSO_WM_SLIDE_POSITION" val="22*0"/>
  <p:tag name="KSO_WM_TAG_VERSION" val="1.0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1:46&quot;,&quot;maxSize&quot;:{&quot;size1&quot;:22.4},&quot;minSize&quot;:{&quot;size1&quot;:20},&quot;normalSize&quot;:{&quot;size1&quot;:22.4},&quot;subLayout&quot;:[{&quot;id&quot;:&quot;2021-04-01T15:01:46&quot;,&quot;margin&quot;:{&quot;bottom&quot;:0.02600000612437725,&quot;left&quot;:1.6929999589920044,&quot;right&quot;:8.043000221252441,&quot;top&quot;:1.6929999589920044},&quot;type&quot;:0},{&quot;id&quot;:&quot;2021-04-01T15:01:47&quot;,&quot;margin&quot;:{&quot;bottom&quot;:2.9629998207092285,&quot;left&quot;:3.38700008392334,&quot;right&quot;:3.385999917984009,&quot;top&quot;:2.0899999141693115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big_font&quot;:true,&quot;fill_id&quot;:&quot;cbc5ad0736cf4eccbc3375f750b410a4&quot;,&quot;fill_align&quot;:&quot;lm&quot;,&quot;chip_types&quot;:[&quot;header&quot;]},{&quot;text_align&quot;:&quot;lm&quot;,&quot;text_direction&quot;:&quot;horizontal&quot;,&quot;support_big_font&quot;:true,&quot;fill_id&quot;:&quot;001301a16bfe4fee952b84fd55dd512d&quot;,&quot;fill_align&quot;:&quot;cm&quot;,&quot;chip_types&quot;:[&quot;text&quot;]}],[{&quot;text_align&quot;:&quot;lm&quot;,&quot;text_direction&quot;:&quot;horizontal&quot;,&quot;support_big_font&quot;:false,&quot;fill_id&quot;:&quot;cbc5ad0736cf4eccbc3375f750b410a4&quot;,&quot;fill_align&quot;:&quot;lm&quot;,&quot;chip_types&quot;:[&quot;header&quot;]},{&quot;text_align&quot;:&quot;cm&quot;,&quot;text_direction&quot;:&quot;horizontal&quot;,&quot;support_features&quot;:[&quot;collage&quot;],&quot;support_big_font&quot;:false,&quot;fill_id&quot;:&quot;001301a16bfe4fee952b84fd55dd512d&quot;,&quot;fill_align&quot;:&quot;cm&quot;,&quot;chip_types&quot;:[&quot;diagram&quot;,&quot;pictext&quot;,&quot;picture&quot;,&quot;chart&quot;,&quot;table&quot;,&quot;video&quot;]}]]"/>
  <p:tag name="KSO_WM_TEMPLATE_MASTER_TYPE" val="0"/>
  <p:tag name="KSO_WM_TEMPLATE_COLOR_TYPE" val="1"/>
  <p:tag name="KSO_WM_CHIP_XID" val="5ef1707e5bb2a422ac9a2b54"/>
  <p:tag name="KSO_WM_CHIP_DECFILLPROP" val="[]"/>
  <p:tag name="KSO_WM_SLIDE_CAN_ADD_NAVIGATION" val="1"/>
  <p:tag name="KSO_WM_CHIP_GROUPID" val="5ef1707e5bb2a422ac9a2b53"/>
  <p:tag name="KSO_WM_SLIDE_BACKGROUND_TYPE" val="general"/>
  <p:tag name="KSO_WM_SLIDE_SUPPORT_FEATURE_TYPE" val="0"/>
  <p:tag name="KSO_WM_TEMPLATE_ASSEMBLE_XID" val="60656e7d4054ed1e2fb7f9cb"/>
  <p:tag name="KSO_WM_TEMPLATE_ASSEMBLE_GROUPID" val="60656e7d4054ed1e2fb7f9cb"/>
  <p:tag name="KSO_WM_SPECIAL_SOURCE" val="bdnull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17_1*i*2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7d16a5fd8004a03af2e09f03448e1b9"/>
  <p:tag name="KSO_WM_UNIT_DECORATE_INFO" val="{&quot;ReferentInfo&quot;:{&quot;Id&quot;:&quot;slide&quot;,&quot;X&quot;:{&quot;Pos&quot;:0},&quot;Y&quot;:{&quot;Pos&quot;:1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ef1707e5bb2a422ac9a2b53"/>
  <p:tag name="KSO_WM_CHIP_XID" val="5ef1707e5bb2a422ac9a2b54"/>
  <p:tag name="KSO_WM_TEMPLATE_ASSEMBLE_XID" val="60656e7d4054ed1e2fb7f9cb"/>
  <p:tag name="KSO_WM_TEMPLATE_ASSEMBLE_GROUPID" val="60656e7d4054ed1e2fb7f9cb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08717_1*i*10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ed8f6655b3ee4479a375f3dc9d7233b9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ad37aaffd614aaa8b62bb0beaa6b1cc&quot;,&quot;X&quot;:{&quot;Pos&quot;:1},&quot;Y&quot;:{&quot;Pos&quot;:1}},&quot;whChangeMode&quot;:0}"/>
  <p:tag name="KSO_WM_CHIP_GROUPID" val="5ef1707e5bb2a422ac9a2b53"/>
  <p:tag name="KSO_WM_CHIP_XID" val="5ef1707e5bb2a422ac9a2b54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720"/>
  <p:tag name="KSO_WM_TEMPLATE_ASSEMBLE_XID" val="60656e7d4054ed1e2fb7f9cb"/>
  <p:tag name="KSO_WM_TEMPLATE_ASSEMBLE_GROUPID" val="60656e7d4054ed1e2fb7f9cb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17_1*a*1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4263947f9f84e0894b149f4760c72b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88223b83d2048799750df44bb191ccd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7d4054ed1e2fb7f9cb"/>
  <p:tag name="KSO_WM_TEMPLATE_ASSEMBLE_GROUPID" val="60656e7d4054ed1e2fb7f9cb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717_1*f*1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342"/>
  <p:tag name="KSO_WM_UNIT_SHOW_EDIT_AREA_INDICATION" val="1"/>
  <p:tag name="KSO_WM_CHIP_GROUPID" val="5e6b05596848fb12bee65ac8"/>
  <p:tag name="KSO_WM_CHIP_XID" val="5e6b05596848fb12bee65aca"/>
  <p:tag name="KSO_WM_UNIT_DEC_AREA_ID" val="bad37aaffd614aaa8b62bb0beaa6b1c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577a3270a51498d911295e59d240259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60656e7d4054ed1e2fb7f9cb"/>
  <p:tag name="KSO_WM_TEMPLATE_ASSEMBLE_GROUPID" val="60656e7d4054ed1e2fb7f9cb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8717_1*i*3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08717_1*i*8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8717_1*i*9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8717_1*i*6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17_1*i*7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8717_1*i*4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8717_1*i*5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8717"/>
  <p:tag name="KSO_WM_SLIDE_ID" val="diagram20208717_1"/>
  <p:tag name="KSO_WM_TEMPLATE_SUBCATEGORY" val="21"/>
  <p:tag name="KSO_WM_SLIDE_TYPE" val="text"/>
  <p:tag name="KSO_WM_SLIDE_SUBTYPE" val="pureTxt"/>
  <p:tag name="KSO_WM_SLIDE_ITEM_CNT" val="0"/>
  <p:tag name="KSO_WM_SLIDE_INDEX" val="1"/>
  <p:tag name="KSO_WM_SLIDE_SIZE" val="937*480"/>
  <p:tag name="KSO_WM_SLIDE_POSITION" val="22*0"/>
  <p:tag name="KSO_WM_TAG_VERSION" val="1.0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1:46&quot;,&quot;maxSize&quot;:{&quot;size1&quot;:22.4},&quot;minSize&quot;:{&quot;size1&quot;:20},&quot;normalSize&quot;:{&quot;size1&quot;:22.4},&quot;subLayout&quot;:[{&quot;id&quot;:&quot;2021-04-01T15:01:46&quot;,&quot;margin&quot;:{&quot;bottom&quot;:0.02600000612437725,&quot;left&quot;:1.6929999589920044,&quot;right&quot;:8.043000221252441,&quot;top&quot;:1.6929999589920044},&quot;type&quot;:0},{&quot;id&quot;:&quot;2021-04-01T15:01:47&quot;,&quot;margin&quot;:{&quot;bottom&quot;:2.9629998207092285,&quot;left&quot;:3.38700008392334,&quot;right&quot;:3.385999917984009,&quot;top&quot;:2.0899999141693115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m&quot;,&quot;text_direction&quot;:&quot;horizontal&quot;,&quot;support_big_font&quot;:true,&quot;fill_id&quot;:&quot;cbc5ad0736cf4eccbc3375f750b410a4&quot;,&quot;fill_align&quot;:&quot;lm&quot;,&quot;chip_types&quot;:[&quot;header&quot;]},{&quot;text_align&quot;:&quot;lm&quot;,&quot;text_direction&quot;:&quot;horizontal&quot;,&quot;support_big_font&quot;:true,&quot;fill_id&quot;:&quot;001301a16bfe4fee952b84fd55dd512d&quot;,&quot;fill_align&quot;:&quot;cm&quot;,&quot;chip_types&quot;:[&quot;text&quot;]}],[{&quot;text_align&quot;:&quot;lm&quot;,&quot;text_direction&quot;:&quot;horizontal&quot;,&quot;support_big_font&quot;:false,&quot;fill_id&quot;:&quot;cbc5ad0736cf4eccbc3375f750b410a4&quot;,&quot;fill_align&quot;:&quot;lm&quot;,&quot;chip_types&quot;:[&quot;header&quot;]},{&quot;text_align&quot;:&quot;cm&quot;,&quot;text_direction&quot;:&quot;horizontal&quot;,&quot;support_features&quot;:[&quot;collage&quot;],&quot;support_big_font&quot;:false,&quot;fill_id&quot;:&quot;001301a16bfe4fee952b84fd55dd512d&quot;,&quot;fill_align&quot;:&quot;cm&quot;,&quot;chip_types&quot;:[&quot;diagram&quot;,&quot;pictext&quot;,&quot;picture&quot;,&quot;chart&quot;,&quot;table&quot;,&quot;video&quot;]}]]"/>
  <p:tag name="KSO_WM_TEMPLATE_MASTER_TYPE" val="0"/>
  <p:tag name="KSO_WM_TEMPLATE_COLOR_TYPE" val="1"/>
  <p:tag name="KSO_WM_CHIP_XID" val="5ef1707e5bb2a422ac9a2b54"/>
  <p:tag name="KSO_WM_CHIP_DECFILLPROP" val="[]"/>
  <p:tag name="KSO_WM_SLIDE_CAN_ADD_NAVIGATION" val="1"/>
  <p:tag name="KSO_WM_CHIP_GROUPID" val="5ef1707e5bb2a422ac9a2b53"/>
  <p:tag name="KSO_WM_SLIDE_BACKGROUND_TYPE" val="general"/>
  <p:tag name="KSO_WM_SLIDE_SUPPORT_FEATURE_TYPE" val="0"/>
  <p:tag name="KSO_WM_TEMPLATE_ASSEMBLE_XID" val="60656e7d4054ed1e2fb7f9cb"/>
  <p:tag name="KSO_WM_TEMPLATE_ASSEMBLE_GROUPID" val="60656e7d4054ed1e2fb7f9cb"/>
  <p:tag name="KSO_WM_SPECIAL_SOURCE" val="bdnull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17_1*i*2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87d16a5fd8004a03af2e09f03448e1b9"/>
  <p:tag name="KSO_WM_UNIT_DECORATE_INFO" val="{&quot;ReferentInfo&quot;:{&quot;Id&quot;:&quot;slide&quot;,&quot;X&quot;:{&quot;Pos&quot;:0},&quot;Y&quot;:{&quot;Pos&quot;:1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ef1707e5bb2a422ac9a2b53"/>
  <p:tag name="KSO_WM_CHIP_XID" val="5ef1707e5bb2a422ac9a2b54"/>
  <p:tag name="KSO_WM_TEMPLATE_ASSEMBLE_XID" val="60656e7d4054ed1e2fb7f9cb"/>
  <p:tag name="KSO_WM_TEMPLATE_ASSEMBLE_GROUPID" val="60656e7d4054ed1e2fb7f9cb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08717_1*i*10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ed8f6655b3ee4479a375f3dc9d7233b9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ad37aaffd614aaa8b62bb0beaa6b1cc&quot;,&quot;X&quot;:{&quot;Pos&quot;:1},&quot;Y&quot;:{&quot;Pos&quot;:1}},&quot;whChangeMode&quot;:0}"/>
  <p:tag name="KSO_WM_CHIP_GROUPID" val="5ef1707e5bb2a422ac9a2b53"/>
  <p:tag name="KSO_WM_CHIP_XID" val="5ef1707e5bb2a422ac9a2b54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720"/>
  <p:tag name="KSO_WM_TEMPLATE_ASSEMBLE_XID" val="60656e7d4054ed1e2fb7f9cb"/>
  <p:tag name="KSO_WM_TEMPLATE_ASSEMBLE_GROUPID" val="60656e7d4054ed1e2fb7f9cb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17_1*a*1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4263947f9f84e0894b149f4760c72b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88223b83d2048799750df44bb191ccd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7d4054ed1e2fb7f9cb"/>
  <p:tag name="KSO_WM_TEMPLATE_ASSEMBLE_GROUPID" val="60656e7d4054ed1e2fb7f9cb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717_1*f*1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342"/>
  <p:tag name="KSO_WM_UNIT_SHOW_EDIT_AREA_INDICATION" val="1"/>
  <p:tag name="KSO_WM_CHIP_GROUPID" val="5e6b05596848fb12bee65ac8"/>
  <p:tag name="KSO_WM_CHIP_XID" val="5e6b05596848fb12bee65aca"/>
  <p:tag name="KSO_WM_UNIT_DEC_AREA_ID" val="bad37aaffd614aaa8b62bb0beaa6b1c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577a3270a51498d911295e59d240259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60656e7d4054ed1e2fb7f9cb"/>
  <p:tag name="KSO_WM_TEMPLATE_ASSEMBLE_GROUPID" val="60656e7d4054ed1e2fb7f9cb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8717_1*i*3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08717_1*i*8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8717_1*i*9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8717_1*i*6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17_1*i*7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8717_1*i*4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8717_1*i*5"/>
  <p:tag name="KSO_WM_TEMPLATE_CATEGORY" val="diagram"/>
  <p:tag name="KSO_WM_TEMPLATE_INDEX" val="20208717"/>
  <p:tag name="KSO_WM_UNIT_LAYERLEVEL" val="1"/>
  <p:tag name="KSO_WM_TAG_VERSION" val="1.0"/>
  <p:tag name="KSO_WM_BEAUTIFY_FLAG" val="#wm#"/>
  <p:tag name="KSO_WM_UNIT_SM_LIMIT_TYPE" val="2"/>
  <p:tag name="KSO_WM_CHIP_GROUPID" val="5ef1707e5bb2a422ac9a2b53"/>
  <p:tag name="KSO_WM_CHIP_XID" val="5ef1707e5bb2a422ac9a2b54"/>
  <p:tag name="KSO_WM_UNIT_LINE_FORE_SCHEMECOLOR_INDEX_BRIGHTNESS" val="0"/>
  <p:tag name="KSO_WM_UNIT_LINE_FORE_SCHEMECOLOR_INDEX" val="5"/>
  <p:tag name="KSO_WM_UNIT_LINE_FILL_TYPE" val="2"/>
  <p:tag name="KSO_WM_TEMPLATE_ASSEMBLE_XID" val="60656e7d4054ed1e2fb7f9cb"/>
  <p:tag name="KSO_WM_TEMPLATE_ASSEMBLE_GROUPID" val="60656e7d4054ed1e2fb7f9cb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19"/>
  <p:tag name="KSO_WM_SLIDE_ID" val="diagram20209019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40"/>
  <p:tag name="KSO_WM_SLIDE_POSITION" val="0*-1"/>
  <p:tag name="KSO_WM_TAG_VERSION" val="1.0"/>
  <p:tag name="KSO_WM_SLIDE_LAYOUT" val="a_f"/>
  <p:tag name="KSO_WM_SLIDE_LAYOUT_CNT" val="1_1"/>
  <p:tag name="KSO_WM_SLIDE_LAYOUT_INFO" val="{&quot;id&quot;:&quot;2021-04-01T15:04:59&quot;,&quot;maxSize&quot;:{&quot;size1&quot;:46.49964977452893},&quot;minSize&quot;:{&quot;size1&quot;:35.599649774528935},&quot;normalSize&quot;:{&quot;size1&quot;:41.1663164411956},&quot;subLayout&quot;:[{&quot;id&quot;:&quot;2021-04-01T15:04:59&quot;,&quot;margin&quot;:{&quot;bottom&quot;:1.6670000553131104,&quot;left&quot;:4.2330002784729,&quot;right&quot;:4.2330002784729,&quot;top&quot;:2.9629998207092285},&quot;type&quot;:0},{&quot;id&quot;:&quot;2021-04-01T15:04:59&quot;,&quot;margin&quot;:{&quot;bottom&quot;:2.9629998207092285,&quot;left&quot;:4.2330002784729,&quot;right&quot;:4.2330002784729,&quot;top&quot;:0.02600000612437725},&quot;type&quot;:0}],&quot;type&quot;:0}"/>
  <p:tag name="KSO_WM_SLIDE_RATIO" val="1.777778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true,&quot;fill_id&quot;:&quot;9811842a40b8444fb4328509459bb100&quot;,&quot;fill_align&quot;:&quot;cm&quot;,&quot;chip_types&quot;:[&quot;header&quot;]},{&quot;text_align&quot;:&quot;lt&quot;,&quot;text_direction&quot;:&quot;horizontal&quot;,&quot;support_features&quot;:[&quot;collage&quot;],&quot;support_big_font&quot;:true,&quot;fill_id&quot;:&quot;c90bd62ea9de4553978b48fdc8f8c728&quot;,&quot;fill_align&quot;:&quot;ct&quot;,&quot;chip_types&quot;:[&quot;diagram&quot;,&quot;pictext&quot;,&quot;text&quot;,&quot;picture&quot;,&quot;chart&quot;,&quot;table&quot;]}],[{&quot;text_align&quot;:&quot;lb&quot;,&quot;text_direction&quot;:&quot;horizontal&quot;,&quot;support_big_font&quot;:true,&quot;fill_id&quot;:&quot;9811842a40b8444fb4328509459bb100&quot;,&quot;fill_align&quot;:&quot;lb&quot;,&quot;chip_types&quot;:[&quot;text&quot;]},{&quot;text_align&quot;:&quot;lt&quot;,&quot;text_direction&quot;:&quot;horizontal&quot;,&quot;support_features&quot;:[&quot;collage&quot;],&quot;support_big_font&quot;:true,&quot;fill_id&quot;:&quot;c90bd62ea9de4553978b48fdc8f8c728&quot;,&quot;fill_align&quot;:&quot;lt&quot;,&quot;chip_types&quot;:[&quot;diagram&quot;,&quot;pictext&quot;,&quot;text&quot;,&quot;picture&quot;,&quot;chart&quot;,&quot;table&quot;]}]]"/>
  <p:tag name="KSO_WM_CHIP_XID" val="5efda24481ee359a788b1e26"/>
  <p:tag name="KSO_WM_CHIP_DECFILLPROP" val="[]"/>
  <p:tag name="KSO_WM_CHIP_GROUPID" val="5efda24481ee359a788b1e25"/>
  <p:tag name="KSO_WM_SLIDE_BACKGROUND_TYPE" val="general"/>
  <p:tag name="KSO_WM_SLIDE_SUPPORT_FEATURE_TYPE" val="0"/>
  <p:tag name="KSO_WM_TEMPLATE_ASSEMBLE_XID" val="60656e894054ed1e2fb7faed"/>
  <p:tag name="KSO_WM_TEMPLATE_ASSEMBLE_GROUPID" val="60656e894054ed1e2fb7faed"/>
  <p:tag name="KSO_WM_SPECIAL_SOURCE" val="bdnul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9019_1*i*2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40a289199e84838b84c250414e6c2de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1}"/>
  <p:tag name="KSO_WM_CHIP_GROUPID" val="5efda24481ee359a788b1e25"/>
  <p:tag name="KSO_WM_CHIP_XID" val="5efda24481ee359a788b1e26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200"/>
  <p:tag name="KSO_WM_TEMPLATE_ASSEMBLE_XID" val="60656e894054ed1e2fb7faed"/>
  <p:tag name="KSO_WM_TEMPLATE_ASSEMBLE_GROUPID" val="60656e894054ed1e2fb7faed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9019_1*i*9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8944fa8f2e494c18a6c875f565663fd2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2ff471985d3434e9638e04e291b70c6&quot;,&quot;X&quot;:{&quot;Pos&quot;:1},&quot;Y&quot;:{&quot;Pos&quot;:0}},&quot;whChangeMode&quot;:0}"/>
  <p:tag name="KSO_WM_CHIP_GROUPID" val="5efda24481ee359a788b1e25"/>
  <p:tag name="KSO_WM_CHIP_XID" val="5efda24481ee359a788b1e2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9"/>
  <p:tag name="KSO_WM_TEMPLATE_ASSEMBLE_XID" val="60656e894054ed1e2fb7faed"/>
  <p:tag name="KSO_WM_TEMPLATE_ASSEMBLE_GROUPID" val="60656e894054ed1e2fb7faed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9019_1*a*1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94f66c9e13c43f09f6f2e04037212d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4cf3827d7f4ea88bf12e82e7332642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894054ed1e2fb7faed"/>
  <p:tag name="KSO_WM_TEMPLATE_ASSEMBLE_GROUPID" val="60656e894054ed1e2fb7faed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19_1*f*1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52"/>
  <p:tag name="KSO_WM_UNIT_SHOW_EDIT_AREA_INDICATION" val="1"/>
  <p:tag name="KSO_WM_CHIP_GROUPID" val="5e6b05596848fb12bee65ac8"/>
  <p:tag name="KSO_WM_CHIP_XID" val="5e6b05596848fb12bee65aca"/>
  <p:tag name="KSO_WM_UNIT_DEC_AREA_ID" val="72ff471985d3434e9638e04e291b70c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3b4289c629374624b476749fa825f0bb"/>
  <p:tag name="KSO_WM_UNIT_SUPPORT_BIG_FONT" val="1"/>
  <p:tag name="KSO_WM_UNIT_SUPPORT_UNIT_TYPE" val="[&quot;l&quot;,&quot;m&quot;,&quot;n&quot;,&quot;o&quot;,&quot;p&quot;,&quot;q&quot;,&quot;r&quot;,&quot;δ&quot;,&quot;ε&quot;,&quot;ζ&quot;,&quot;η&quot;,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894054ed1e2fb7faed"/>
  <p:tag name="KSO_WM_TEMPLATE_ASSEMBLE_GROUPID" val="60656e894054ed1e2fb7faed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713"/>
  <p:tag name="KSO_WM_SLIDE_ID" val="diagram20212713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64*444"/>
  <p:tag name="KSO_WM_SLIDE_POSITION" val="47*48"/>
  <p:tag name="KSO_WM_TAG_VERSION" val="1.0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43:53&quot;,&quot;maxSize&quot;:{&quot;size1&quot;:26.7},&quot;minSize&quot;:{&quot;size1&quot;:17.9},&quot;normalSize&quot;:{&quot;size1&quot;:26.699814814814815},&quot;subLayout&quot;:[{&quot;id&quot;:&quot;2021-04-01T15:43:53&quot;,&quot;margin&quot;:{&quot;bottom&quot;:0.02600000612437725,&quot;left&quot;:2.9629998207092285,&quot;right&quot;:2.5399999618530273,&quot;top&quot;:1.6929999589920044},&quot;type&quot;:0},{&quot;id&quot;:&quot;2021-04-01T15:43:53&quot;,&quot;margin&quot;:{&quot;bottom&quot;:2.5399999618530273,&quot;left&quot;:2.5399999618530273,&quot;right&quot;:2.5399999618530273,&quot;top&quot;:1.6670000553131104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708c7a747e3ea6e292a7fc"/>
  <p:tag name="KSO_WM_CHIP_FILLPROP" val="[[{&quot;text_align&quot;:&quot;lt&quot;,&quot;text_direction&quot;:&quot;horizontal&quot;,&quot;support_big_font&quot;:false,&quot;picture_toward&quot;:0,&quot;picture_dockside&quot;:[],&quot;fill_id&quot;:&quot;577fb6fb92184a2fb8c769fd05bb9d24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a3f0f9c0eb4416e9bcff006547ecf8f&quot;,&quot;fill_align&quot;:&quot;cm&quot;,&quot;chip_types&quot;:[&quot;diagram&quot;,&quot;text&quot;,&quot;picture&quot;,&quot;chart&quot;,&quot;table&quot;,&quot;video&quot;]}]]"/>
  <p:tag name="KSO_WM_CHIP_DECFILLPROP" val="[]"/>
  <p:tag name="KSO_WM_SLIDE_CAN_ADD_NAVIGATION" val="1"/>
  <p:tag name="KSO_WM_CHIP_GROUPID" val="5f708c7a747e3ea6e292a7fb"/>
  <p:tag name="KSO_WM_SLIDE_BACKGROUND_TYPE" val="general"/>
  <p:tag name="KSO_WM_SLIDE_SUPPORT_FEATURE_TYPE" val="0"/>
  <p:tag name="KSO_WM_TEMPLATE_ASSEMBLE_XID" val="60656f644054ed1e2fb80930"/>
  <p:tag name="KSO_WM_TEMPLATE_ASSEMBLE_GROUPID" val="60656f644054ed1e2fb80930"/>
  <p:tag name="KSO_WM_SPECIAL_SOURCE" val="bdnul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713_1*i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c938ff465544c81b53780745e718009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84a6c56b6ff04b3385062ce2c276b31c&quot;,&quot;X&quot;:{&quot;Pos&quot;:1},&quot;Y&quot;:{&quot;Pos&quot;:1}},&quot;whChangeMode&quot;:1}"/>
  <p:tag name="KSO_WM_CHIP_GROUPID" val="5f708c7a747e3ea6e292a7fb"/>
  <p:tag name="KSO_WM_CHIP_XID" val="5f708c7a747e3ea6e292a7fc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816"/>
  <p:tag name="KSO_WM_TEMPLATE_ASSEMBLE_XID" val="60656f644054ed1e2fb80930"/>
  <p:tag name="KSO_WM_TEMPLATE_ASSEMBLE_GROUPID" val="60656f644054ed1e2fb8093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713_1*a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813dededcd94f83be1334e61bb4760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fba21aa6e7b04473ad95be895e1428b6"/>
  <p:tag name="KSO_WM_UNIT_TEXT_FILL_FORE_SCHEMECOLOR_INDEX_BRIGHTNESS" val="0"/>
  <p:tag name="KSO_WM_UNIT_TEXT_FILL_FORE_SCHEMECOLOR_INDEX" val="13"/>
  <p:tag name="KSO_WM_UNIT_TEXT_FILL_TYPE" val="1"/>
  <p:tag name="KSO_WM_TEMPLATE_ASSEMBLE_XID" val="60656f644054ed1e2fb80930"/>
  <p:tag name="KSO_WM_TEMPLATE_ASSEMBLE_GROUPID" val="60656f644054ed1e2fb8093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713_1*f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440"/>
  <p:tag name="KSO_WM_UNIT_SHOW_EDIT_AREA_INDICATION" val="1"/>
  <p:tag name="KSO_WM_CHIP_GROUPID" val="5e6b05596848fb12bee65ac8"/>
  <p:tag name="KSO_WM_CHIP_XID" val="5e6b05596848fb12bee65aca"/>
  <p:tag name="KSO_WM_UNIT_DEC_AREA_ID" val="84a6c56b6ff04b3385062ce2c276b31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95d889fcf624743b8b9a892c7ba4fc1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30"/>
  <p:tag name="KSO_WM_TEMPLATE_ASSEMBLE_GROUPID" val="60656f644054ed1e2fb8093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19"/>
  <p:tag name="KSO_WM_SLIDE_ID" val="diagram20209019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40"/>
  <p:tag name="KSO_WM_SLIDE_POSITION" val="0*-1"/>
  <p:tag name="KSO_WM_TAG_VERSION" val="1.0"/>
  <p:tag name="KSO_WM_SLIDE_LAYOUT" val="a_f"/>
  <p:tag name="KSO_WM_SLIDE_LAYOUT_CNT" val="1_1"/>
  <p:tag name="KSO_WM_SLIDE_LAYOUT_INFO" val="{&quot;id&quot;:&quot;2021-04-01T15:04:59&quot;,&quot;maxSize&quot;:{&quot;size1&quot;:46.49964977452893},&quot;minSize&quot;:{&quot;size1&quot;:35.599649774528935},&quot;normalSize&quot;:{&quot;size1&quot;:41.1663164411956},&quot;subLayout&quot;:[{&quot;id&quot;:&quot;2021-04-01T15:04:59&quot;,&quot;margin&quot;:{&quot;bottom&quot;:1.6670000553131104,&quot;left&quot;:4.2330002784729,&quot;right&quot;:4.2330002784729,&quot;top&quot;:2.9629998207092285},&quot;type&quot;:0},{&quot;id&quot;:&quot;2021-04-01T15:04:59&quot;,&quot;margin&quot;:{&quot;bottom&quot;:2.9629998207092285,&quot;left&quot;:4.2330002784729,&quot;right&quot;:4.2330002784729,&quot;top&quot;:0.02600000612437725},&quot;type&quot;:0}],&quot;type&quot;:0}"/>
  <p:tag name="KSO_WM_SLIDE_RATIO" val="1.777778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true,&quot;fill_id&quot;:&quot;9811842a40b8444fb4328509459bb100&quot;,&quot;fill_align&quot;:&quot;cm&quot;,&quot;chip_types&quot;:[&quot;header&quot;]},{&quot;text_align&quot;:&quot;lt&quot;,&quot;text_direction&quot;:&quot;horizontal&quot;,&quot;support_features&quot;:[&quot;collage&quot;],&quot;support_big_font&quot;:true,&quot;fill_id&quot;:&quot;c90bd62ea9de4553978b48fdc8f8c728&quot;,&quot;fill_align&quot;:&quot;ct&quot;,&quot;chip_types&quot;:[&quot;diagram&quot;,&quot;pictext&quot;,&quot;text&quot;,&quot;picture&quot;,&quot;chart&quot;,&quot;table&quot;]}],[{&quot;text_align&quot;:&quot;lb&quot;,&quot;text_direction&quot;:&quot;horizontal&quot;,&quot;support_big_font&quot;:true,&quot;fill_id&quot;:&quot;9811842a40b8444fb4328509459bb100&quot;,&quot;fill_align&quot;:&quot;lb&quot;,&quot;chip_types&quot;:[&quot;text&quot;]},{&quot;text_align&quot;:&quot;lt&quot;,&quot;text_direction&quot;:&quot;horizontal&quot;,&quot;support_features&quot;:[&quot;collage&quot;],&quot;support_big_font&quot;:true,&quot;fill_id&quot;:&quot;c90bd62ea9de4553978b48fdc8f8c728&quot;,&quot;fill_align&quot;:&quot;lt&quot;,&quot;chip_types&quot;:[&quot;diagram&quot;,&quot;pictext&quot;,&quot;text&quot;,&quot;picture&quot;,&quot;chart&quot;,&quot;table&quot;]}]]"/>
  <p:tag name="KSO_WM_CHIP_XID" val="5efda24481ee359a788b1e26"/>
  <p:tag name="KSO_WM_CHIP_DECFILLPROP" val="[]"/>
  <p:tag name="KSO_WM_CHIP_GROUPID" val="5efda24481ee359a788b1e25"/>
  <p:tag name="KSO_WM_SLIDE_BACKGROUND_TYPE" val="general"/>
  <p:tag name="KSO_WM_SLIDE_SUPPORT_FEATURE_TYPE" val="0"/>
  <p:tag name="KSO_WM_TEMPLATE_ASSEMBLE_XID" val="60656e894054ed1e2fb7faed"/>
  <p:tag name="KSO_WM_TEMPLATE_ASSEMBLE_GROUPID" val="60656e894054ed1e2fb7faed"/>
  <p:tag name="KSO_WM_SPECIAL_SOURCE" val="bdnull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9019_1*i*2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40a289199e84838b84c250414e6c2de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1}"/>
  <p:tag name="KSO_WM_CHIP_GROUPID" val="5efda24481ee359a788b1e25"/>
  <p:tag name="KSO_WM_CHIP_XID" val="5efda24481ee359a788b1e26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200"/>
  <p:tag name="KSO_WM_TEMPLATE_ASSEMBLE_XID" val="60656e894054ed1e2fb7faed"/>
  <p:tag name="KSO_WM_TEMPLATE_ASSEMBLE_GROUPID" val="60656e894054ed1e2fb7faed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9019_1*i*9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8944fa8f2e494c18a6c875f565663fd2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2ff471985d3434e9638e04e291b70c6&quot;,&quot;X&quot;:{&quot;Pos&quot;:1},&quot;Y&quot;:{&quot;Pos&quot;:0}},&quot;whChangeMode&quot;:0}"/>
  <p:tag name="KSO_WM_CHIP_GROUPID" val="5efda24481ee359a788b1e25"/>
  <p:tag name="KSO_WM_CHIP_XID" val="5efda24481ee359a788b1e2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9"/>
  <p:tag name="KSO_WM_TEMPLATE_ASSEMBLE_XID" val="60656e894054ed1e2fb7faed"/>
  <p:tag name="KSO_WM_TEMPLATE_ASSEMBLE_GROUPID" val="60656e894054ed1e2fb7faed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9019_1*a*1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94f66c9e13c43f09f6f2e04037212d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4cf3827d7f4ea88bf12e82e7332642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894054ed1e2fb7faed"/>
  <p:tag name="KSO_WM_TEMPLATE_ASSEMBLE_GROUPID" val="60656e894054ed1e2fb7faed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19_1*f*1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52"/>
  <p:tag name="KSO_WM_UNIT_SHOW_EDIT_AREA_INDICATION" val="1"/>
  <p:tag name="KSO_WM_CHIP_GROUPID" val="5e6b05596848fb12bee65ac8"/>
  <p:tag name="KSO_WM_CHIP_XID" val="5e6b05596848fb12bee65aca"/>
  <p:tag name="KSO_WM_UNIT_DEC_AREA_ID" val="72ff471985d3434e9638e04e291b70c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3b4289c629374624b476749fa825f0bb"/>
  <p:tag name="KSO_WM_UNIT_SUPPORT_BIG_FONT" val="1"/>
  <p:tag name="KSO_WM_UNIT_SUPPORT_UNIT_TYPE" val="[&quot;l&quot;,&quot;m&quot;,&quot;n&quot;,&quot;o&quot;,&quot;p&quot;,&quot;q&quot;,&quot;r&quot;,&quot;δ&quot;,&quot;ε&quot;,&quot;ζ&quot;,&quot;η&quot;,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894054ed1e2fb7faed"/>
  <p:tag name="KSO_WM_TEMPLATE_ASSEMBLE_GROUPID" val="60656e894054ed1e2fb7faed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713"/>
  <p:tag name="KSO_WM_SLIDE_ID" val="diagram20212713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64*444"/>
  <p:tag name="KSO_WM_SLIDE_POSITION" val="47*48"/>
  <p:tag name="KSO_WM_TAG_VERSION" val="1.0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43:53&quot;,&quot;maxSize&quot;:{&quot;size1&quot;:26.7},&quot;minSize&quot;:{&quot;size1&quot;:17.9},&quot;normalSize&quot;:{&quot;size1&quot;:26.699814814814815},&quot;subLayout&quot;:[{&quot;id&quot;:&quot;2021-04-01T15:43:53&quot;,&quot;margin&quot;:{&quot;bottom&quot;:0.02600000612437725,&quot;left&quot;:2.9629998207092285,&quot;right&quot;:2.5399999618530273,&quot;top&quot;:1.6929999589920044},&quot;type&quot;:0},{&quot;id&quot;:&quot;2021-04-01T15:43:53&quot;,&quot;margin&quot;:{&quot;bottom&quot;:2.5399999618530273,&quot;left&quot;:2.5399999618530273,&quot;right&quot;:2.5399999618530273,&quot;top&quot;:1.6670000553131104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708c7a747e3ea6e292a7fc"/>
  <p:tag name="KSO_WM_CHIP_FILLPROP" val="[[{&quot;text_align&quot;:&quot;lt&quot;,&quot;text_direction&quot;:&quot;horizontal&quot;,&quot;support_big_font&quot;:false,&quot;picture_toward&quot;:0,&quot;picture_dockside&quot;:[],&quot;fill_id&quot;:&quot;577fb6fb92184a2fb8c769fd05bb9d24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a3f0f9c0eb4416e9bcff006547ecf8f&quot;,&quot;fill_align&quot;:&quot;cm&quot;,&quot;chip_types&quot;:[&quot;diagram&quot;,&quot;text&quot;,&quot;picture&quot;,&quot;chart&quot;,&quot;table&quot;,&quot;video&quot;]}]]"/>
  <p:tag name="KSO_WM_CHIP_DECFILLPROP" val="[]"/>
  <p:tag name="KSO_WM_SLIDE_CAN_ADD_NAVIGATION" val="1"/>
  <p:tag name="KSO_WM_CHIP_GROUPID" val="5f708c7a747e3ea6e292a7fb"/>
  <p:tag name="KSO_WM_SLIDE_BACKGROUND_TYPE" val="general"/>
  <p:tag name="KSO_WM_SLIDE_SUPPORT_FEATURE_TYPE" val="0"/>
  <p:tag name="KSO_WM_TEMPLATE_ASSEMBLE_XID" val="60656f644054ed1e2fb80930"/>
  <p:tag name="KSO_WM_TEMPLATE_ASSEMBLE_GROUPID" val="60656f644054ed1e2fb80930"/>
  <p:tag name="KSO_WM_SPECIAL_SOURCE" val="bdnul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713_1*i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c938ff465544c81b53780745e718009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84a6c56b6ff04b3385062ce2c276b31c&quot;,&quot;X&quot;:{&quot;Pos&quot;:1},&quot;Y&quot;:{&quot;Pos&quot;:1}},&quot;whChangeMode&quot;:1}"/>
  <p:tag name="KSO_WM_CHIP_GROUPID" val="5f708c7a747e3ea6e292a7fb"/>
  <p:tag name="KSO_WM_CHIP_XID" val="5f708c7a747e3ea6e292a7fc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816"/>
  <p:tag name="KSO_WM_TEMPLATE_ASSEMBLE_XID" val="60656f644054ed1e2fb80930"/>
  <p:tag name="KSO_WM_TEMPLATE_ASSEMBLE_GROUPID" val="60656f644054ed1e2fb8093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713_1*a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813dededcd94f83be1334e61bb4760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fba21aa6e7b04473ad95be895e1428b6"/>
  <p:tag name="KSO_WM_UNIT_TEXT_FILL_FORE_SCHEMECOLOR_INDEX_BRIGHTNESS" val="0"/>
  <p:tag name="KSO_WM_UNIT_TEXT_FILL_FORE_SCHEMECOLOR_INDEX" val="13"/>
  <p:tag name="KSO_WM_UNIT_TEXT_FILL_TYPE" val="1"/>
  <p:tag name="KSO_WM_TEMPLATE_ASSEMBLE_XID" val="60656f644054ed1e2fb80930"/>
  <p:tag name="KSO_WM_TEMPLATE_ASSEMBLE_GROUPID" val="60656f644054ed1e2fb8093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713_1*f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440"/>
  <p:tag name="KSO_WM_UNIT_SHOW_EDIT_AREA_INDICATION" val="1"/>
  <p:tag name="KSO_WM_CHIP_GROUPID" val="5e6b05596848fb12bee65ac8"/>
  <p:tag name="KSO_WM_CHIP_XID" val="5e6b05596848fb12bee65aca"/>
  <p:tag name="KSO_WM_UNIT_DEC_AREA_ID" val="84a6c56b6ff04b3385062ce2c276b31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95d889fcf624743b8b9a892c7ba4fc1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30"/>
  <p:tag name="KSO_WM_TEMPLATE_ASSEMBLE_GROUPID" val="60656f644054ed1e2fb8093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19"/>
  <p:tag name="KSO_WM_SLIDE_ID" val="diagram20209019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40"/>
  <p:tag name="KSO_WM_SLIDE_POSITION" val="0*-1"/>
  <p:tag name="KSO_WM_TAG_VERSION" val="1.0"/>
  <p:tag name="KSO_WM_SLIDE_LAYOUT" val="a_f"/>
  <p:tag name="KSO_WM_SLIDE_LAYOUT_CNT" val="1_1"/>
  <p:tag name="KSO_WM_SLIDE_LAYOUT_INFO" val="{&quot;id&quot;:&quot;2021-04-01T15:04:59&quot;,&quot;maxSize&quot;:{&quot;size1&quot;:46.49964977452893},&quot;minSize&quot;:{&quot;size1&quot;:35.599649774528935},&quot;normalSize&quot;:{&quot;size1&quot;:41.1663164411956},&quot;subLayout&quot;:[{&quot;id&quot;:&quot;2021-04-01T15:04:59&quot;,&quot;margin&quot;:{&quot;bottom&quot;:1.6670000553131104,&quot;left&quot;:4.2330002784729,&quot;right&quot;:4.2330002784729,&quot;top&quot;:2.9629998207092285},&quot;type&quot;:0},{&quot;id&quot;:&quot;2021-04-01T15:04:59&quot;,&quot;margin&quot;:{&quot;bottom&quot;:2.9629998207092285,&quot;left&quot;:4.2330002784729,&quot;right&quot;:4.2330002784729,&quot;top&quot;:0.02600000612437725},&quot;type&quot;:0}],&quot;type&quot;:0}"/>
  <p:tag name="KSO_WM_SLIDE_RATIO" val="1.777778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true,&quot;fill_id&quot;:&quot;9811842a40b8444fb4328509459bb100&quot;,&quot;fill_align&quot;:&quot;cm&quot;,&quot;chip_types&quot;:[&quot;header&quot;]},{&quot;text_align&quot;:&quot;lt&quot;,&quot;text_direction&quot;:&quot;horizontal&quot;,&quot;support_features&quot;:[&quot;collage&quot;],&quot;support_big_font&quot;:true,&quot;fill_id&quot;:&quot;c90bd62ea9de4553978b48fdc8f8c728&quot;,&quot;fill_align&quot;:&quot;ct&quot;,&quot;chip_types&quot;:[&quot;diagram&quot;,&quot;pictext&quot;,&quot;text&quot;,&quot;picture&quot;,&quot;chart&quot;,&quot;table&quot;]}],[{&quot;text_align&quot;:&quot;lb&quot;,&quot;text_direction&quot;:&quot;horizontal&quot;,&quot;support_big_font&quot;:true,&quot;fill_id&quot;:&quot;9811842a40b8444fb4328509459bb100&quot;,&quot;fill_align&quot;:&quot;lb&quot;,&quot;chip_types&quot;:[&quot;text&quot;]},{&quot;text_align&quot;:&quot;lt&quot;,&quot;text_direction&quot;:&quot;horizontal&quot;,&quot;support_features&quot;:[&quot;collage&quot;],&quot;support_big_font&quot;:true,&quot;fill_id&quot;:&quot;c90bd62ea9de4553978b48fdc8f8c728&quot;,&quot;fill_align&quot;:&quot;lt&quot;,&quot;chip_types&quot;:[&quot;diagram&quot;,&quot;pictext&quot;,&quot;text&quot;,&quot;picture&quot;,&quot;chart&quot;,&quot;table&quot;]}]]"/>
  <p:tag name="KSO_WM_CHIP_XID" val="5efda24481ee359a788b1e26"/>
  <p:tag name="KSO_WM_CHIP_DECFILLPROP" val="[]"/>
  <p:tag name="KSO_WM_CHIP_GROUPID" val="5efda24481ee359a788b1e25"/>
  <p:tag name="KSO_WM_SLIDE_BACKGROUND_TYPE" val="general"/>
  <p:tag name="KSO_WM_SLIDE_SUPPORT_FEATURE_TYPE" val="0"/>
  <p:tag name="KSO_WM_TEMPLATE_ASSEMBLE_XID" val="60656e894054ed1e2fb7faed"/>
  <p:tag name="KSO_WM_TEMPLATE_ASSEMBLE_GROUPID" val="60656e894054ed1e2fb7faed"/>
  <p:tag name="KSO_WM_SPECIAL_SOURCE" val="bdnull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9019_1*i*2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40a289199e84838b84c250414e6c2de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1}"/>
  <p:tag name="KSO_WM_CHIP_GROUPID" val="5efda24481ee359a788b1e25"/>
  <p:tag name="KSO_WM_CHIP_XID" val="5efda24481ee359a788b1e26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200"/>
  <p:tag name="KSO_WM_TEMPLATE_ASSEMBLE_XID" val="60656e894054ed1e2fb7faed"/>
  <p:tag name="KSO_WM_TEMPLATE_ASSEMBLE_GROUPID" val="60656e894054ed1e2fb7faed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9019_1*i*9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8944fa8f2e494c18a6c875f565663fd2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2ff471985d3434e9638e04e291b70c6&quot;,&quot;X&quot;:{&quot;Pos&quot;:1},&quot;Y&quot;:{&quot;Pos&quot;:0}},&quot;whChangeMode&quot;:0}"/>
  <p:tag name="KSO_WM_CHIP_GROUPID" val="5efda24481ee359a788b1e25"/>
  <p:tag name="KSO_WM_CHIP_XID" val="5efda24481ee359a788b1e2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9"/>
  <p:tag name="KSO_WM_TEMPLATE_ASSEMBLE_XID" val="60656e894054ed1e2fb7faed"/>
  <p:tag name="KSO_WM_TEMPLATE_ASSEMBLE_GROUPID" val="60656e894054ed1e2fb7faed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9019_1*a*1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94f66c9e13c43f09f6f2e04037212d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4cf3827d7f4ea88bf12e82e7332642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e894054ed1e2fb7faed"/>
  <p:tag name="KSO_WM_TEMPLATE_ASSEMBLE_GROUPID" val="60656e894054ed1e2fb7faed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19_1*f*1"/>
  <p:tag name="KSO_WM_TEMPLATE_CATEGORY" val="diagram"/>
  <p:tag name="KSO_WM_TEMPLATE_INDEX" val="20209019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52"/>
  <p:tag name="KSO_WM_UNIT_SHOW_EDIT_AREA_INDICATION" val="1"/>
  <p:tag name="KSO_WM_CHIP_GROUPID" val="5e6b05596848fb12bee65ac8"/>
  <p:tag name="KSO_WM_CHIP_XID" val="5e6b05596848fb12bee65aca"/>
  <p:tag name="KSO_WM_UNIT_DEC_AREA_ID" val="72ff471985d3434e9638e04e291b70c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3b4289c629374624b476749fa825f0bb"/>
  <p:tag name="KSO_WM_UNIT_SUPPORT_BIG_FONT" val="1"/>
  <p:tag name="KSO_WM_UNIT_SUPPORT_UNIT_TYPE" val="[&quot;l&quot;,&quot;m&quot;,&quot;n&quot;,&quot;o&quot;,&quot;p&quot;,&quot;q&quot;,&quot;r&quot;,&quot;δ&quot;,&quot;ε&quot;,&quot;ζ&quot;,&quot;η&quot;,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894054ed1e2fb7faed"/>
  <p:tag name="KSO_WM_TEMPLATE_ASSEMBLE_GROUPID" val="60656e894054ed1e2fb7faed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713"/>
  <p:tag name="KSO_WM_SLIDE_ID" val="diagram20212713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64*444"/>
  <p:tag name="KSO_WM_SLIDE_POSITION" val="47*48"/>
  <p:tag name="KSO_WM_TAG_VERSION" val="1.0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43:53&quot;,&quot;maxSize&quot;:{&quot;size1&quot;:26.7},&quot;minSize&quot;:{&quot;size1&quot;:17.9},&quot;normalSize&quot;:{&quot;size1&quot;:26.699814814814815},&quot;subLayout&quot;:[{&quot;id&quot;:&quot;2021-04-01T15:43:53&quot;,&quot;margin&quot;:{&quot;bottom&quot;:0.02600000612437725,&quot;left&quot;:2.9629998207092285,&quot;right&quot;:2.5399999618530273,&quot;top&quot;:1.6929999589920044},&quot;type&quot;:0},{&quot;id&quot;:&quot;2021-04-01T15:43:53&quot;,&quot;margin&quot;:{&quot;bottom&quot;:2.5399999618530273,&quot;left&quot;:2.5399999618530273,&quot;right&quot;:2.5399999618530273,&quot;top&quot;:1.6670000553131104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708c7a747e3ea6e292a7fc"/>
  <p:tag name="KSO_WM_CHIP_FILLPROP" val="[[{&quot;text_align&quot;:&quot;lt&quot;,&quot;text_direction&quot;:&quot;horizontal&quot;,&quot;support_big_font&quot;:false,&quot;picture_toward&quot;:0,&quot;picture_dockside&quot;:[],&quot;fill_id&quot;:&quot;577fb6fb92184a2fb8c769fd05bb9d24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a3f0f9c0eb4416e9bcff006547ecf8f&quot;,&quot;fill_align&quot;:&quot;cm&quot;,&quot;chip_types&quot;:[&quot;diagram&quot;,&quot;text&quot;,&quot;picture&quot;,&quot;chart&quot;,&quot;table&quot;,&quot;video&quot;]}]]"/>
  <p:tag name="KSO_WM_CHIP_DECFILLPROP" val="[]"/>
  <p:tag name="KSO_WM_SLIDE_CAN_ADD_NAVIGATION" val="1"/>
  <p:tag name="KSO_WM_CHIP_GROUPID" val="5f708c7a747e3ea6e292a7fb"/>
  <p:tag name="KSO_WM_SLIDE_BACKGROUND_TYPE" val="general"/>
  <p:tag name="KSO_WM_SLIDE_SUPPORT_FEATURE_TYPE" val="0"/>
  <p:tag name="KSO_WM_TEMPLATE_ASSEMBLE_XID" val="60656f644054ed1e2fb80930"/>
  <p:tag name="KSO_WM_TEMPLATE_ASSEMBLE_GROUPID" val="60656f644054ed1e2fb80930"/>
  <p:tag name="KSO_WM_SPECIAL_SOURCE" val="bdnull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713_1*i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c938ff465544c81b53780745e718009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84a6c56b6ff04b3385062ce2c276b31c&quot;,&quot;X&quot;:{&quot;Pos&quot;:1},&quot;Y&quot;:{&quot;Pos&quot;:1}},&quot;whChangeMode&quot;:1}"/>
  <p:tag name="KSO_WM_CHIP_GROUPID" val="5f708c7a747e3ea6e292a7fb"/>
  <p:tag name="KSO_WM_CHIP_XID" val="5f708c7a747e3ea6e292a7fc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816"/>
  <p:tag name="KSO_WM_TEMPLATE_ASSEMBLE_XID" val="60656f644054ed1e2fb80930"/>
  <p:tag name="KSO_WM_TEMPLATE_ASSEMBLE_GROUPID" val="60656f644054ed1e2fb8093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713_1*a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813dededcd94f83be1334e61bb4760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fba21aa6e7b04473ad95be895e1428b6"/>
  <p:tag name="KSO_WM_UNIT_TEXT_FILL_FORE_SCHEMECOLOR_INDEX_BRIGHTNESS" val="0"/>
  <p:tag name="KSO_WM_UNIT_TEXT_FILL_FORE_SCHEMECOLOR_INDEX" val="13"/>
  <p:tag name="KSO_WM_UNIT_TEXT_FILL_TYPE" val="1"/>
  <p:tag name="KSO_WM_TEMPLATE_ASSEMBLE_XID" val="60656f644054ed1e2fb80930"/>
  <p:tag name="KSO_WM_TEMPLATE_ASSEMBLE_GROUPID" val="60656f644054ed1e2fb8093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713_1*f*1"/>
  <p:tag name="KSO_WM_TEMPLATE_CATEGORY" val="diagram"/>
  <p:tag name="KSO_WM_TEMPLATE_INDEX" val="2021271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440"/>
  <p:tag name="KSO_WM_UNIT_SHOW_EDIT_AREA_INDICATION" val="1"/>
  <p:tag name="KSO_WM_CHIP_GROUPID" val="5e6b05596848fb12bee65ac8"/>
  <p:tag name="KSO_WM_CHIP_XID" val="5e6b05596848fb12bee65aca"/>
  <p:tag name="KSO_WM_UNIT_DEC_AREA_ID" val="84a6c56b6ff04b3385062ce2c276b31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95d889fcf624743b8b9a892c7ba4fc1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30"/>
  <p:tag name="KSO_WM_TEMPLATE_ASSEMBLE_GROUPID" val="60656f644054ed1e2fb8093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9019"/>
  <p:tag name="KSO_WM_SPECIAL_SOURCE" val="bdnull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2*263"/>
  <p:tag name="TABLE_ENDDRAG_RECT" val="24*67*882*263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83"/>
  <p:tag name="KSO_WM_SPECIAL_SOURCE" val="bdnull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3672"/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SLIDE_LAYOUT" val="a_f"/>
  <p:tag name="KSO_WM_SLIDE_LAYOUT_CNT" val="1_1"/>
  <p:tag name="KSO_WM_SLIDE_BACKGROUND_TYPE" val="general"/>
  <p:tag name="KSO_WM_SPECIAL_SOURCE" val="bdnull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3672_1*i*2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的文字来表述；但请您尽可能提炼思想的精髓，否则容易造成观者的阅读压力，适得其反。&#10;正如我们都希望改变世界，希望给别人带去光明，但更多时候我们只需要播下一颗种子，自然有微风吹拂，雨露滋养。恰如其分的表达观点，往往事半功倍。&#10;当您的正文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&#10;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。"/>
  <p:tag name="KSO_WM_UNIT_NOCLEAR" val="0"/>
  <p:tag name="KSO_WM_UNIT_VALUE" val="1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3672_1*f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05"/>
  <p:tag name="KSO_WM_UNIT_TEXT_FILL_FORE_SCHEMECOLOR_INDEX" val="13"/>
  <p:tag name="KSO_WM_UNIT_TEXT_FILL_TYP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3672_1*i*3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-0.5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3672"/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SLIDE_LAYOUT" val="a_f"/>
  <p:tag name="KSO_WM_SLIDE_LAYOUT_CNT" val="1_1"/>
  <p:tag name="KSO_WM_SLIDE_BACKGROUND_TYPE" val="general"/>
  <p:tag name="KSO_WM_SPECIAL_SOURCE" val="bdnull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3672_1*i*2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的文字来表述；但请您尽可能提炼思想的精髓，否则容易造成观者的阅读压力，适得其反。&#10;正如我们都希望改变世界，希望给别人带去光明，但更多时候我们只需要播下一颗种子，自然有微风吹拂，雨露滋养。恰如其分的表达观点，往往事半功倍。&#10;当您的正文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&#10;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。"/>
  <p:tag name="KSO_WM_UNIT_NOCLEAR" val="0"/>
  <p:tag name="KSO_WM_UNIT_VALUE" val="1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3672_1*f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05"/>
  <p:tag name="KSO_WM_UNIT_TEXT_FILL_FORE_SCHEMECOLOR_INDEX" val="13"/>
  <p:tag name="KSO_WM_UNIT_TEXT_FILL_TYPE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3672_1*i*3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-0.5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3672"/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SLIDE_LAYOUT" val="a_f"/>
  <p:tag name="KSO_WM_SLIDE_LAYOUT_CNT" val="1_1"/>
  <p:tag name="KSO_WM_SLIDE_BACKGROUND_TYPE" val="general"/>
  <p:tag name="KSO_WM_SPECIAL_SOURCE" val="bdnull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3672_1*i*2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的文字来表述；但请您尽可能提炼思想的精髓，否则容易造成观者的阅读压力，适得其反。&#10;正如我们都希望改变世界，希望给别人带去光明，但更多时候我们只需要播下一颗种子，自然有微风吹拂，雨露滋养。恰如其分的表达观点，往往事半功倍。&#10;当您的正文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&#10;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。"/>
  <p:tag name="KSO_WM_UNIT_NOCLEAR" val="0"/>
  <p:tag name="KSO_WM_UNIT_VALUE" val="1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3672_1*f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05"/>
  <p:tag name="KSO_WM_UNIT_TEXT_FILL_FORE_SCHEMECOLOR_INDEX" val="13"/>
  <p:tag name="KSO_WM_UNIT_TEXT_FILL_TYP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3672_1*i*3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-0.5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3672"/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SLIDE_LAYOUT" val="a_f"/>
  <p:tag name="KSO_WM_SLIDE_LAYOUT_CNT" val="1_1"/>
  <p:tag name="KSO_WM_SLIDE_BACKGROUND_TYPE" val="general"/>
  <p:tag name="KSO_WM_SPECIAL_SOURCE" val="bdnull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3672_1*i*2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的文字来表述；但请您尽可能提炼思想的精髓，否则容易造成观者的阅读压力，适得其反。&#10;正如我们都希望改变世界，希望给别人带去光明，但更多时候我们只需要播下一颗种子，自然有微风吹拂，雨露滋养。恰如其分的表达观点，往往事半功倍。&#10;当您的正文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&#10;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。"/>
  <p:tag name="KSO_WM_UNIT_NOCLEAR" val="0"/>
  <p:tag name="KSO_WM_UNIT_VALUE" val="1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3672_1*f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05"/>
  <p:tag name="KSO_WM_UNIT_TEXT_FILL_FORE_SCHEMECOLOR_INDEX" val="13"/>
  <p:tag name="KSO_WM_UNIT_TEXT_FILL_TYPE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3672_1*i*3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FILL_FORE_SCHEMECOLOR_INDEX_BRIGHTNESS" val="-0.5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"/>
  <p:tag name="KSO_WM_UNIT_TEXT_FILL_FORE_SCHEMECOLOR_INDEX_BRIGHTNESS" val="0.25"/>
  <p:tag name="KSO_WM_UNIT_TEXT_FILL_FORE_SCHEMECOLOR_INDEX" val="13"/>
  <p:tag name="KSO_WM_UNIT_TEXT_FILL_TYPE" val="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456"/>
  <p:tag name="KSO_WM_SLIDE_LAYOUT_INFO" val="{&quot;id&quot;:&quot;2021-04-01T15:36:44&quot;,&quot;maxSize&quot;:{&quot;size1&quot;:55.6},&quot;minSize&quot;:{&quot;size1&quot;:40},&quot;normalSize&quot;:{&quot;size1&quot;:49.63333333333333},&quot;subLayout&quot;:[{&quot;id&quot;:&quot;2021-04-01T15:36:44&quot;,&quot;margin&quot;:{&quot;bottom&quot;:0.3970000147819519,&quot;left&quot;:9.737000465393066,&quot;right&quot;:9.737000465393066,&quot;top&quot;:5.079999923706055},&quot;type&quot;:0},{&quot;id&quot;:&quot;2021-04-01T15:36:44&quot;,&quot;margin&quot;:{&quot;bottom&quot;:2.9629998207092285,&quot;left&quot;:9.737000465393066,&quot;right&quot;:9.737000465393066,&quot;top&quot;:0.02600000612437725},&quot;type&quot;:0}],&quot;type&quot;:0}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true,&quot;picture_toward&quot;:0,&quot;picture_dockside&quot;:[],&quot;fill_id&quot;:&quot;af2015d2954c43fe83e1bddafbc45fc3&quot;,&quot;fill_align&quot;:&quot;cm&quot;,&quot;chip_types&quot;:[&quot;header&quot;]},{&quot;text_align&quot;:&quot;lm&quot;,&quot;text_direction&quot;:&quot;horizontal&quot;,&quot;support_big_font&quot;:true,&quot;picture_toward&quot;:0,&quot;picture_dockside&quot;:[],&quot;fill_id&quot;:&quot;1d47bf39492f437c8f915c61c5dd4b40&quot;,&quot;fill_align&quot;:&quot;cm&quot;,&quot;chip_types&quot;:[&quot;text&quot;,&quot;picture&quot;]}]]"/>
  <p:tag name="KSO_WM_CHIP_XID" val="5f2230a6c4814ce96fb13bbe"/>
  <p:tag name="KSO_WM_SLIDE_ID" val="diagram20212456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40"/>
  <p:tag name="KSO_WM_SLIDE_POSITION" val="0*0"/>
  <p:tag name="KSO_WM_TAG_VERSION" val="1.0"/>
  <p:tag name="KSO_WM_SLIDE_LAYOUT" val="a_f"/>
  <p:tag name="KSO_WM_SLIDE_LAYOUT_CNT" val="1_1"/>
  <p:tag name="KSO_WM_CHIP_DECFILLPROP" val="[]"/>
  <p:tag name="KSO_WM_SLIDE_CAN_ADD_NAVIGATION" val="1"/>
  <p:tag name="KSO_WM_CHIP_GROUPID" val="5f2230a6c4814ce96fb13bbd"/>
  <p:tag name="KSO_WM_SLIDE_BACKGROUND_TYPE" val="general"/>
  <p:tag name="KSO_WM_SLIDE_SUPPORT_FEATURE_TYPE" val="0"/>
  <p:tag name="KSO_WM_TEMPLATE_ASSEMBLE_XID" val="60656f444054ed1e2fb80691"/>
  <p:tag name="KSO_WM_TEMPLATE_ASSEMBLE_GROUPID" val="60656f444054ed1e2fb80691"/>
  <p:tag name="KSO_WM_SPECIAL_SOURCE" val="bdnull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SM_LIMIT_TYPE" val="2"/>
  <p:tag name="KSO_WM_UNIT_DEC_AREA_ID" val="41a7af44fd974ad9b00b4d7fa7fa971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456_1*i*2"/>
  <p:tag name="KSO_WM_TEMPLATE_CATEGORY" val="diagram"/>
  <p:tag name="KSO_WM_TEMPLATE_INDEX" val="20212456"/>
  <p:tag name="KSO_WM_UNIT_LAYERLEVEL" val="1"/>
  <p:tag name="KSO_WM_TAG_VERSION" val="1.0"/>
  <p:tag name="KSO_WM_BEAUTIFY_FLAG" val="#wm#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f2230a6c4814ce96fb13bbd"/>
  <p:tag name="KSO_WM_CHIP_XID" val="5f2230a6c4814ce96fb13bbe"/>
  <p:tag name="KSO_WM_TEMPLATE_ASSEMBLE_XID" val="60656f444054ed1e2fb80691"/>
  <p:tag name="KSO_WM_TEMPLATE_ASSEMBLE_GROUPID" val="60656f444054ed1e2fb8069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456_1*a*1"/>
  <p:tag name="KSO_WM_TEMPLATE_CATEGORY" val="diagram"/>
  <p:tag name="KSO_WM_TEMPLATE_INDEX" val="20212456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652eb6250f64ae1b056ecfcf67ffb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e0643eabf93742118d9b82b96f332717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0656f444054ed1e2fb80691"/>
  <p:tag name="KSO_WM_TEMPLATE_ASSEMBLE_GROUPID" val="60656f444054ed1e2fb8069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456_1*f*1"/>
  <p:tag name="KSO_WM_TEMPLATE_CATEGORY" val="diagram"/>
  <p:tag name="KSO_WM_TEMPLATE_INDEX" val="2021245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00"/>
  <p:tag name="KSO_WM_UNIT_SHOW_EDIT_AREA_INDICATION" val="1"/>
  <p:tag name="KSO_WM_CHIP_GROUPID" val="5e6b05596848fb12bee65ac8"/>
  <p:tag name="KSO_WM_CHIP_XID" val="5e6b05596848fb12bee65aca"/>
  <p:tag name="KSO_WM_UNIT_DEC_AREA_ID" val="ccd251dd47cd48f6a7a1dc8a0087874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0484a8d5ebf4fa7bfeb420c94df44d8"/>
  <p:tag name="KSO_WM_UNIT_SUPPORT_BIG_FONT" val="1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f444054ed1e2fb80691"/>
  <p:tag name="KSO_WM_TEMPLATE_ASSEMBLE_GROUPID" val="60656f444054ed1e2fb8069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5100"/>
  <p:tag name="KSO_WM_TEMPLATE_THUMBS_INDEX" val="1"/>
  <p:tag name="KSO_WM_SLIDE_ID" val="diagram20205100_1"/>
  <p:tag name="KSO_WM_TEMPLATE_SUBCATEGORY" val="0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1"/>
  <p:tag name="KSO_WM_SLIDE_SIZE" val="893*472"/>
  <p:tag name="KSO_WM_SLIDE_POSITION" val="33*55"/>
  <p:tag name="KSO_WM_TAG_VERSION" val="1.0"/>
  <p:tag name="KSO_WM_SLIDE_LAYOUT" val="a_f"/>
  <p:tag name="KSO_WM_SLIDE_LAYOUT_CNT" val="1_2"/>
  <p:tag name="KSO_WM_SLIDE_BACKGROUND_TYPE" val="general"/>
  <p:tag name="KSO_WM_SPECIAL_SOURCE" val="bdnull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5100_1*i*3"/>
  <p:tag name="KSO_WM_TEMPLATE_CATEGORY" val="diagram"/>
  <p:tag name="KSO_WM_TEMPLATE_INDEX" val="20205100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5100_1*a*1"/>
  <p:tag name="KSO_WM_TEMPLATE_CATEGORY" val="diagram"/>
  <p:tag name="KSO_WM_TEMPLATE_INDEX" val="20205100"/>
  <p:tag name="KSO_WM_UNIT_LAYERLEVEL" val="1"/>
  <p:tag name="KSO_WM_TAG_VERSION" val="1.0"/>
  <p:tag name="KSO_WM_BEAUTIFY_FLAG" val="#wm#"/>
  <p:tag name="KSO_WM_UNIT_PRESET_TEXT" val="单击此处添加大标题内容"/>
  <p:tag name="KSO_WM_UNIT_TEXT_FILL_FORE_SCHEMECOLOR_INDEX_BRIGHTNESS" val="0.15"/>
  <p:tag name="KSO_WM_UNIT_TEXT_FILL_FORE_SCHEMECOLOR_INDEX" val="13"/>
  <p:tag name="KSO_WM_UNIT_TEXT_FILL_TYPE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12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5100_1*f*2"/>
  <p:tag name="KSO_WM_TEMPLATE_CATEGORY" val="diagram"/>
  <p:tag name="KSO_WM_TEMPLATE_INDEX" val="20205100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"/>
  <p:tag name="KSO_WM_UNIT_TEXT_FILL_FORE_SCHEMECOLOR_INDEX_BRIGHTNESS" val="0.25"/>
  <p:tag name="KSO_WM_UNIT_TEXT_FILL_FORE_SCHEMECOLOR_INDEX" val="13"/>
  <p:tag name="KSO_WM_UNIT_TEXT_FILL_TYPE" val="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83"/>
  <p:tag name="KSO_WM_SPECIAL_SOURCE" val="bdnull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73"/>
  <p:tag name="KSO_WM_SLIDE_ID" val="diagram20217073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a_d_f"/>
  <p:tag name="KSO_WM_SLIDE_LAYOUT_CNT" val="1_1_1"/>
  <p:tag name="KSO_WM_SLIDE_LAYOUT_INFO" val="{&quot;direction&quot;:1,&quot;id&quot;:&quot;2021-04-01T16:16:09&quot;,&quot;maxSize&quot;:{&quot;size1&quot;:57.5},&quot;minSize&quot;:{&quot;size1&quot;:32.6},&quot;normalSize&quot;:{&quot;size1&quot;:49.7875},&quot;subLayout&quot;:[{&quot;id&quot;:&quot;2021-04-01T16:16:09&quot;,&quot;maxSize&quot;:{&quot;size1&quot;:35.6},&quot;minSize&quot;:{&quot;size1&quot;:17.8},&quot;normalSize&quot;:{&quot;size1&quot;:17.800185185185185},&quot;subLayout&quot;:[{&quot;id&quot;:&quot;2021-04-01T16:16:09&quot;,&quot;margin&quot;:{&quot;bottom&quot;:0,&quot;left&quot;:2.117000102996826,&quot;right&quot;:0.02600000612437725,&quot;top&quot;:1.6929999589920044},&quot;type&quot;:0},{&quot;id&quot;:&quot;2021-04-01T16:16:09&quot;,&quot;margin&quot;:{&quot;bottom&quot;:1.6929999589920044,&quot;left&quot;:2.117000102996826,&quot;right&quot;:0.02600000612437725,&quot;top&quot;:1.720000147819519},&quot;type&quot;:0}],&quot;type&quot;:0},{&quot;id&quot;:&quot;2021-04-01T16:16:09&quot;,&quot;margin&quot;:{&quot;bottom&quot;:0,&quot;left&quot;:1.6670000553131104,&quot;right&quot;:0,&quot;top&quot;:0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e49c998712faa657a980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&quot;cb&quot;,&quot;rm&quot;,&quot;ct&quot;],&quot;fill_id&quot;:&quot;3ff8b7e9ece344528a0d0bda437c3435&quot;,&quot;fill_align&quot;:&quot;cm&quot;,&quot;chip_types&quot;:[&quot;picture&quot;]},{&quot;text_align&quot;:&quot;lt&quot;,&quot;text_direction&quot;:&quot;horizontal&quot;,&quot;support_big_font&quot;:false,&quot;picture_toward&quot;:0,&quot;picture_dockside&quot;:[],&quot;fill_id&quot;:&quot;8730a6765360444782bef596a7b527c4&quot;,&quot;fill_align&quot;:&quot;lt&quot;,&quot;chip_types&quot;:[&quot;header&quot;]},{&quot;text_align&quot;:&quot;lt&quot;,&quot;text_direction&quot;:&quot;horizontal&quot;,&quot;support_big_font&quot;:false,&quot;picture_toward&quot;:0,&quot;picture_dockside&quot;:[],&quot;fill_id&quot;:&quot;13ab5cb2370249159930a241f720671f&quot;,&quot;fill_align&quot;:&quot;lt&quot;,&quot;chip_types&quot;:[&quot;text&quot;]}]]"/>
  <p:tag name="KSO_WM_CHIP_DECFILLPROP" val="[]"/>
  <p:tag name="KSO_WM_SLIDE_TYPE" val="text"/>
  <p:tag name="KSO_WM_SLIDE_SIZE" val="960*540"/>
  <p:tag name="KSO_WM_SLIDE_POSITION" val="0*0"/>
  <p:tag name="KSO_WM_CHIP_GROUPID" val="5fade49c998712faa657a97f"/>
  <p:tag name="KSO_WM_SLIDE_BACKGROUND_TYPE" val="general"/>
  <p:tag name="KSO_WM_SLIDE_SUPPORT_FEATURE_TYPE" val="8"/>
  <p:tag name="KSO_WM_SLIDE_SUBTYPE" val="picTxt"/>
  <p:tag name="KSO_WM_TEMPLATE_ASSEMBLE_XID" val="606570534054ed1e2fb814c7"/>
  <p:tag name="KSO_WM_TEMPLATE_ASSEMBLE_GROUPID" val="606570534054ed1e2fb814c7"/>
  <p:tag name="KSO_WM_SPECIAL_SOURCE" val="bdnull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73_1*a*1"/>
  <p:tag name="KSO_WM_TEMPLATE_CATEGORY" val="diagram"/>
  <p:tag name="KSO_WM_TEMPLATE_INDEX" val="20217073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7a3f221064241ce926b5da93464cd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f0187e0d46fa40efbf5cb96029111a26"/>
  <p:tag name="KSO_WM_UNIT_TEXT_FILL_FORE_SCHEMECOLOR_INDEX_BRIGHTNESS" val="0"/>
  <p:tag name="KSO_WM_UNIT_TEXT_FILL_FORE_SCHEMECOLOR_INDEX" val="13"/>
  <p:tag name="KSO_WM_UNIT_TEXT_FILL_TYPE" val="1"/>
  <p:tag name="KSO_WM_TEMPLATE_ASSEMBLE_XID" val="606570534054ed1e2fb814c7"/>
  <p:tag name="KSO_WM_TEMPLATE_ASSEMBLE_GROUPID" val="606570534054ed1e2fb814c7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073_1*f*1"/>
  <p:tag name="KSO_WM_TEMPLATE_CATEGORY" val="diagram"/>
  <p:tag name="KSO_WM_TEMPLATE_INDEX" val="2021707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72"/>
  <p:tag name="KSO_WM_UNIT_SHOW_EDIT_AREA_INDICATION" val="1"/>
  <p:tag name="KSO_WM_CHIP_GROUPID" val="5e6b05596848fb12bee65ac8"/>
  <p:tag name="KSO_WM_CHIP_XID" val="5e6b05596848fb12bee65aca"/>
  <p:tag name="KSO_WM_UNIT_DEC_AREA_ID" val="ce82e2753746471daed8748529970ba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ba28c40bb95945a5a4e748a293b73aa4"/>
  <p:tag name="KSO_WM_UNIT_TEXT_FILL_FORE_SCHEMECOLOR_INDEX_BRIGHTNESS" val="0.25"/>
  <p:tag name="KSO_WM_UNIT_TEXT_FILL_FORE_SCHEMECOLOR_INDEX" val="13"/>
  <p:tag name="KSO_WM_UNIT_TEXT_FILL_TYPE" val="1"/>
  <p:tag name="KSO_WM_TEMPLATE_ASSEMBLE_XID" val="606570534054ed1e2fb814c7"/>
  <p:tag name="KSO_WM_TEMPLATE_ASSEMBLE_GROUPID" val="606570534054ed1e2fb814c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</TotalTime>
  <Words>2350</Words>
  <Application>Microsoft Office PowerPoint</Application>
  <PresentationFormat>宽屏</PresentationFormat>
  <Paragraphs>185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Times New Roman Regular</vt:lpstr>
      <vt:lpstr>WPS-Bullets</vt:lpstr>
      <vt:lpstr>等线</vt:lpstr>
      <vt:lpstr>等线 Light</vt:lpstr>
      <vt:lpstr>汉仪雅酷黑 65W</vt:lpstr>
      <vt:lpstr>汉仪雅酷黑简</vt:lpstr>
      <vt:lpstr>宋体</vt:lpstr>
      <vt:lpstr>Arial</vt:lpstr>
      <vt:lpstr>Calibri</vt:lpstr>
      <vt:lpstr>Times New Roman</vt:lpstr>
      <vt:lpstr>Times New Roman Bold</vt:lpstr>
      <vt:lpstr>Times New Roman Italic</vt:lpstr>
      <vt:lpstr>Wingdings</vt:lpstr>
      <vt:lpstr>Office 主题​​</vt:lpstr>
      <vt:lpstr>Writing for CET-4</vt:lpstr>
      <vt:lpstr>PowerPoint 演示文稿</vt:lpstr>
      <vt:lpstr>PowerPoint 演示文稿</vt:lpstr>
      <vt:lpstr>Overview of Writing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Brainstorming and Structuring Ideas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Step 3: Practice with an Idea Organization Template</vt:lpstr>
      <vt:lpstr>Sample  Essay Structure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Assignment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Xinnian Zheng</dc:creator>
  <cp:lastModifiedBy>JNU</cp:lastModifiedBy>
  <cp:revision>21</cp:revision>
  <dcterms:created xsi:type="dcterms:W3CDTF">2024-12-17T04:38:49Z</dcterms:created>
  <dcterms:modified xsi:type="dcterms:W3CDTF">2025-10-30T02:14:49Z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7A8D12097408C08A882921672F1E449A_43</vt:lpwstr>
  </property>
</Properties>
</file>